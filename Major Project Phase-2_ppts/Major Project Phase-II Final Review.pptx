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uFNFj6Go4YlubgAvcpqPLRG3T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EF61A8B-3F1C-4079-9801-E7BE88B88C49}">
  <a:tblStyle styleId="{EEF61A8B-3F1C-4079-9801-E7BE88B88C4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 name="Google Shape;5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ce4390e7e3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 name="Google Shape;68;g2ce4390e7e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b398b6531d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g2b398b6531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ce4390e7e3_0_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2ce4390e7e3_0_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c2692669a5_0_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g2c2692669a5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ce4390e7e3_0_1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g2ce4390e7e3_0_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6ba4dd4811_0_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g26ba4dd4811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c2692669a5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g2c2692669a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ce4390e7e3_0_10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2ce4390e7e3_0_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ce4390e7e3_0_8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g2ce4390e7e3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ce4390e7e3_0_1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2ce4390e7e3_0_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ce4390e7e3_0_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g2ce4390e7e3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ce4390e7e3_0_8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2ce4390e7e3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3"/>
          <p:cNvSpPr txBox="1"/>
          <p:nvPr>
            <p:ph type="title"/>
          </p:nvPr>
        </p:nvSpPr>
        <p:spPr>
          <a:xfrm>
            <a:off x="1524000" y="1122362"/>
            <a:ext cx="9144000" cy="2387601"/>
          </a:xfrm>
          <a:prstGeom prst="rect">
            <a:avLst/>
          </a:prstGeom>
          <a:noFill/>
          <a:ln>
            <a:noFill/>
          </a:ln>
        </p:spPr>
        <p:txBody>
          <a:bodyPr anchorCtr="0" anchor="b" bIns="45675" lIns="45675" spcFirstLastPara="1" rIns="45675" wrap="square" tIns="45675">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23"/>
          <p:cNvSpPr txBox="1"/>
          <p:nvPr>
            <p:ph idx="1" type="body"/>
          </p:nvPr>
        </p:nvSpPr>
        <p:spPr>
          <a:xfrm>
            <a:off x="1524000" y="3602037"/>
            <a:ext cx="9144000" cy="1655763"/>
          </a:xfrm>
          <a:prstGeom prst="rect">
            <a:avLst/>
          </a:prstGeom>
          <a:noFill/>
          <a:ln>
            <a:noFill/>
          </a:ln>
        </p:spPr>
        <p:txBody>
          <a:bodyPr anchorCtr="0" anchor="t" bIns="45675" lIns="45675" spcFirstLastPara="1" rIns="45675" wrap="square" tIns="45675">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228600" lvl="1" marL="914400" algn="ctr">
              <a:lnSpc>
                <a:spcPct val="90000"/>
              </a:lnSpc>
              <a:spcBef>
                <a:spcPts val="1000"/>
              </a:spcBef>
              <a:spcAft>
                <a:spcPts val="0"/>
              </a:spcAft>
              <a:buClr>
                <a:srgbClr val="000000"/>
              </a:buClr>
              <a:buSzPts val="2400"/>
              <a:buFont typeface="Calibri"/>
              <a:buNone/>
              <a:defRPr sz="2400"/>
            </a:lvl2pPr>
            <a:lvl3pPr indent="-228600" lvl="2" marL="1371600" algn="ctr">
              <a:lnSpc>
                <a:spcPct val="90000"/>
              </a:lnSpc>
              <a:spcBef>
                <a:spcPts val="1000"/>
              </a:spcBef>
              <a:spcAft>
                <a:spcPts val="0"/>
              </a:spcAft>
              <a:buClr>
                <a:srgbClr val="000000"/>
              </a:buClr>
              <a:buSzPts val="2400"/>
              <a:buFont typeface="Calibri"/>
              <a:buNone/>
              <a:defRPr sz="2400"/>
            </a:lvl3pPr>
            <a:lvl4pPr indent="-228600" lvl="3" marL="1828800" algn="ctr">
              <a:lnSpc>
                <a:spcPct val="90000"/>
              </a:lnSpc>
              <a:spcBef>
                <a:spcPts val="1000"/>
              </a:spcBef>
              <a:spcAft>
                <a:spcPts val="0"/>
              </a:spcAft>
              <a:buClr>
                <a:srgbClr val="000000"/>
              </a:buClr>
              <a:buSzPts val="2400"/>
              <a:buFont typeface="Calibri"/>
              <a:buNone/>
              <a:defRPr sz="2400"/>
            </a:lvl4pPr>
            <a:lvl5pPr indent="-228600" lvl="4" marL="2286000" algn="ctr">
              <a:lnSpc>
                <a:spcPct val="90000"/>
              </a:lnSpc>
              <a:spcBef>
                <a:spcPts val="1000"/>
              </a:spcBef>
              <a:spcAft>
                <a:spcPts val="0"/>
              </a:spcAft>
              <a:buClr>
                <a:srgbClr val="000000"/>
              </a:buClr>
              <a:buSzPts val="2400"/>
              <a:buFont typeface="Calibri"/>
              <a:buNone/>
              <a:defRPr sz="24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2" name="Google Shape;12;p23"/>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13" name="Shape 13"/>
        <p:cNvGrpSpPr/>
        <p:nvPr/>
      </p:nvGrpSpPr>
      <p:grpSpPr>
        <a:xfrm>
          <a:off x="0" y="0"/>
          <a:ext cx="0" cy="0"/>
          <a:chOff x="0" y="0"/>
          <a:chExt cx="0" cy="0"/>
        </a:xfrm>
      </p:grpSpPr>
      <p:sp>
        <p:nvSpPr>
          <p:cNvPr id="14" name="Google Shape;14;p31"/>
          <p:cNvSpPr txBox="1"/>
          <p:nvPr>
            <p:ph type="title"/>
          </p:nvPr>
        </p:nvSpPr>
        <p:spPr>
          <a:xfrm>
            <a:off x="839787" y="457200"/>
            <a:ext cx="3932239"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 name="Google Shape;15;p31"/>
          <p:cNvSpPr/>
          <p:nvPr>
            <p:ph idx="2" type="pic"/>
          </p:nvPr>
        </p:nvSpPr>
        <p:spPr>
          <a:xfrm>
            <a:off x="5183187" y="987427"/>
            <a:ext cx="6172201" cy="4873626"/>
          </a:xfrm>
          <a:prstGeom prst="rect">
            <a:avLst/>
          </a:prstGeom>
          <a:noFill/>
          <a:ln>
            <a:noFill/>
          </a:ln>
        </p:spPr>
      </p:sp>
      <p:sp>
        <p:nvSpPr>
          <p:cNvPr id="16" name="Google Shape;16;p31"/>
          <p:cNvSpPr txBox="1"/>
          <p:nvPr>
            <p:ph idx="1" type="body"/>
          </p:nvPr>
        </p:nvSpPr>
        <p:spPr>
          <a:xfrm>
            <a:off x="839787" y="2057400"/>
            <a:ext cx="3932239" cy="3811588"/>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17" name="Google Shape;17;p31"/>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18" name="Shape 18"/>
        <p:cNvGrpSpPr/>
        <p:nvPr/>
      </p:nvGrpSpPr>
      <p:grpSpPr>
        <a:xfrm>
          <a:off x="0" y="0"/>
          <a:ext cx="0" cy="0"/>
          <a:chOff x="0" y="0"/>
          <a:chExt cx="0" cy="0"/>
        </a:xfrm>
      </p:grpSpPr>
      <p:sp>
        <p:nvSpPr>
          <p:cNvPr id="19" name="Google Shape;19;p24"/>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20" name="Shape 20"/>
        <p:cNvGrpSpPr/>
        <p:nvPr/>
      </p:nvGrpSpPr>
      <p:grpSpPr>
        <a:xfrm>
          <a:off x="0" y="0"/>
          <a:ext cx="0" cy="0"/>
          <a:chOff x="0" y="0"/>
          <a:chExt cx="0" cy="0"/>
        </a:xfrm>
      </p:grpSpPr>
      <p:sp>
        <p:nvSpPr>
          <p:cNvPr id="21" name="Google Shape;21;p25"/>
          <p:cNvSpPr txBox="1"/>
          <p:nvPr>
            <p:ph type="title"/>
          </p:nvPr>
        </p:nvSpPr>
        <p:spPr>
          <a:xfrm>
            <a:off x="838200" y="365127"/>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2" name="Google Shape;22;p25"/>
          <p:cNvSpPr txBox="1"/>
          <p:nvPr>
            <p:ph idx="1" type="body"/>
          </p:nvPr>
        </p:nvSpPr>
        <p:spPr>
          <a:xfrm>
            <a:off x="838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3" name="Google Shape;23;p25"/>
          <p:cNvSpPr txBox="1"/>
          <p:nvPr>
            <p:ph idx="2" type="body"/>
          </p:nvPr>
        </p:nvSpPr>
        <p:spPr>
          <a:xfrm>
            <a:off x="6172200" y="1825625"/>
            <a:ext cx="5181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4" name="Google Shape;24;p25"/>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25" name="Shape 25"/>
        <p:cNvGrpSpPr/>
        <p:nvPr/>
      </p:nvGrpSpPr>
      <p:grpSpPr>
        <a:xfrm>
          <a:off x="0" y="0"/>
          <a:ext cx="0" cy="0"/>
          <a:chOff x="0" y="0"/>
          <a:chExt cx="0" cy="0"/>
        </a:xfrm>
      </p:grpSpPr>
      <p:sp>
        <p:nvSpPr>
          <p:cNvPr id="26" name="Google Shape;26;p26"/>
          <p:cNvSpPr txBox="1"/>
          <p:nvPr>
            <p:ph type="title"/>
          </p:nvPr>
        </p:nvSpPr>
        <p:spPr>
          <a:xfrm>
            <a:off x="838200" y="365127"/>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7" name="Google Shape;27;p26"/>
          <p:cNvSpPr txBox="1"/>
          <p:nvPr>
            <p:ph idx="1" type="body"/>
          </p:nvPr>
        </p:nvSpPr>
        <p:spPr>
          <a:xfrm>
            <a:off x="838200" y="1825625"/>
            <a:ext cx="10515600" cy="435133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28" name="Google Shape;28;p26"/>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spTree>
      <p:nvGrpSpPr>
        <p:cNvPr id="29" name="Shape 29"/>
        <p:cNvGrpSpPr/>
        <p:nvPr/>
      </p:nvGrpSpPr>
      <p:grpSpPr>
        <a:xfrm>
          <a:off x="0" y="0"/>
          <a:ext cx="0" cy="0"/>
          <a:chOff x="0" y="0"/>
          <a:chExt cx="0" cy="0"/>
        </a:xfrm>
      </p:grpSpPr>
      <p:sp>
        <p:nvSpPr>
          <p:cNvPr id="30" name="Google Shape;30;p27"/>
          <p:cNvSpPr txBox="1"/>
          <p:nvPr>
            <p:ph type="title"/>
          </p:nvPr>
        </p:nvSpPr>
        <p:spPr>
          <a:xfrm>
            <a:off x="831850" y="1709740"/>
            <a:ext cx="10515601" cy="2852737"/>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1" name="Google Shape;31;p27"/>
          <p:cNvSpPr txBox="1"/>
          <p:nvPr>
            <p:ph idx="1" type="body"/>
          </p:nvPr>
        </p:nvSpPr>
        <p:spPr>
          <a:xfrm>
            <a:off x="831850" y="4589464"/>
            <a:ext cx="10515601" cy="1500188"/>
          </a:xfrm>
          <a:prstGeom prst="rect">
            <a:avLst/>
          </a:prstGeom>
          <a:noFill/>
          <a:ln>
            <a:noFill/>
          </a:ln>
        </p:spPr>
        <p:txBody>
          <a:bodyPr anchorCtr="0" anchor="t" bIns="45675" lIns="45675" spcFirstLastPara="1" rIns="45675" wrap="square" tIns="45675">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2" name="Google Shape;32;p27"/>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spTree>
      <p:nvGrpSpPr>
        <p:cNvPr id="33" name="Shape 33"/>
        <p:cNvGrpSpPr/>
        <p:nvPr/>
      </p:nvGrpSpPr>
      <p:grpSpPr>
        <a:xfrm>
          <a:off x="0" y="0"/>
          <a:ext cx="0" cy="0"/>
          <a:chOff x="0" y="0"/>
          <a:chExt cx="0" cy="0"/>
        </a:xfrm>
      </p:grpSpPr>
      <p:sp>
        <p:nvSpPr>
          <p:cNvPr id="34" name="Google Shape;34;p28"/>
          <p:cNvSpPr txBox="1"/>
          <p:nvPr>
            <p:ph type="title"/>
          </p:nvPr>
        </p:nvSpPr>
        <p:spPr>
          <a:xfrm>
            <a:off x="839787" y="365127"/>
            <a:ext cx="10515601"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5" name="Google Shape;35;p28"/>
          <p:cNvSpPr txBox="1"/>
          <p:nvPr>
            <p:ph idx="1" type="body"/>
          </p:nvPr>
        </p:nvSpPr>
        <p:spPr>
          <a:xfrm>
            <a:off x="839788" y="1681163"/>
            <a:ext cx="5157789" cy="823913"/>
          </a:xfrm>
          <a:prstGeom prst="rect">
            <a:avLst/>
          </a:prstGeom>
          <a:noFill/>
          <a:ln>
            <a:noFill/>
          </a:ln>
        </p:spPr>
        <p:txBody>
          <a:bodyPr anchorCtr="0" anchor="b" bIns="45675" lIns="45675" spcFirstLastPara="1" rIns="45675" wrap="square" tIns="45675">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6" name="Google Shape;36;p28"/>
          <p:cNvSpPr txBox="1"/>
          <p:nvPr>
            <p:ph idx="2" type="body"/>
          </p:nvPr>
        </p:nvSpPr>
        <p:spPr>
          <a:xfrm>
            <a:off x="839788" y="2505075"/>
            <a:ext cx="5157789" cy="3684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7" name="Google Shape;37;p28"/>
          <p:cNvSpPr txBox="1"/>
          <p:nvPr>
            <p:ph idx="3" type="body"/>
          </p:nvPr>
        </p:nvSpPr>
        <p:spPr>
          <a:xfrm>
            <a:off x="6172201" y="1681163"/>
            <a:ext cx="5183189" cy="823913"/>
          </a:xfrm>
          <a:prstGeom prst="rect">
            <a:avLst/>
          </a:prstGeom>
          <a:noFill/>
          <a:ln>
            <a:noFill/>
          </a:ln>
        </p:spPr>
        <p:txBody>
          <a:bodyPr anchorCtr="0" anchor="b"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8" name="Google Shape;38;p28"/>
          <p:cNvSpPr txBox="1"/>
          <p:nvPr>
            <p:ph idx="4" type="body"/>
          </p:nvPr>
        </p:nvSpPr>
        <p:spPr>
          <a:xfrm>
            <a:off x="6172201" y="2505075"/>
            <a:ext cx="5183189" cy="3684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39" name="Google Shape;39;p28"/>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40" name="Shape 40"/>
        <p:cNvGrpSpPr/>
        <p:nvPr/>
      </p:nvGrpSpPr>
      <p:grpSpPr>
        <a:xfrm>
          <a:off x="0" y="0"/>
          <a:ext cx="0" cy="0"/>
          <a:chOff x="0" y="0"/>
          <a:chExt cx="0" cy="0"/>
        </a:xfrm>
      </p:grpSpPr>
      <p:sp>
        <p:nvSpPr>
          <p:cNvPr id="41" name="Google Shape;41;p29"/>
          <p:cNvSpPr txBox="1"/>
          <p:nvPr>
            <p:ph type="title"/>
          </p:nvPr>
        </p:nvSpPr>
        <p:spPr>
          <a:xfrm>
            <a:off x="838200" y="365127"/>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2" name="Google Shape;42;p29"/>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3" name="Shape 43"/>
        <p:cNvGrpSpPr/>
        <p:nvPr/>
      </p:nvGrpSpPr>
      <p:grpSpPr>
        <a:xfrm>
          <a:off x="0" y="0"/>
          <a:ext cx="0" cy="0"/>
          <a:chOff x="0" y="0"/>
          <a:chExt cx="0" cy="0"/>
        </a:xfrm>
      </p:grpSpPr>
      <p:sp>
        <p:nvSpPr>
          <p:cNvPr id="44" name="Google Shape;44;p30"/>
          <p:cNvSpPr txBox="1"/>
          <p:nvPr>
            <p:ph type="title"/>
          </p:nvPr>
        </p:nvSpPr>
        <p:spPr>
          <a:xfrm>
            <a:off x="839787" y="457200"/>
            <a:ext cx="3932239" cy="1600200"/>
          </a:xfrm>
          <a:prstGeom prst="rect">
            <a:avLst/>
          </a:prstGeom>
          <a:noFill/>
          <a:ln>
            <a:noFill/>
          </a:ln>
        </p:spPr>
        <p:txBody>
          <a:bodyPr anchorCtr="0" anchor="b" bIns="45675" lIns="45675" spcFirstLastPara="1" rIns="45675" wrap="square" tIns="45675">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5" name="Google Shape;45;p30"/>
          <p:cNvSpPr txBox="1"/>
          <p:nvPr>
            <p:ph idx="1" type="body"/>
          </p:nvPr>
        </p:nvSpPr>
        <p:spPr>
          <a:xfrm>
            <a:off x="5183187" y="987427"/>
            <a:ext cx="6172201" cy="4873626"/>
          </a:xfrm>
          <a:prstGeom prst="rect">
            <a:avLst/>
          </a:prstGeom>
          <a:noFill/>
          <a:ln>
            <a:noFill/>
          </a:ln>
        </p:spPr>
        <p:txBody>
          <a:bodyPr anchorCtr="0" anchor="t" bIns="45675" lIns="45675" spcFirstLastPara="1" rIns="45675" wrap="square" tIns="45675">
            <a:normAutofit/>
          </a:bodyPr>
          <a:lstStyle>
            <a:lvl1pPr indent="-431800" lvl="0" marL="457200" algn="l">
              <a:lnSpc>
                <a:spcPct val="90000"/>
              </a:lnSpc>
              <a:spcBef>
                <a:spcPts val="1000"/>
              </a:spcBef>
              <a:spcAft>
                <a:spcPts val="0"/>
              </a:spcAft>
              <a:buSzPts val="3200"/>
              <a:buChar char="•"/>
              <a:defRPr sz="3200"/>
            </a:lvl1pPr>
            <a:lvl2pPr indent="-431800" lvl="1" marL="914400" algn="l">
              <a:lnSpc>
                <a:spcPct val="90000"/>
              </a:lnSpc>
              <a:spcBef>
                <a:spcPts val="1000"/>
              </a:spcBef>
              <a:spcAft>
                <a:spcPts val="0"/>
              </a:spcAft>
              <a:buSzPts val="3200"/>
              <a:buChar char="•"/>
              <a:defRPr sz="3200"/>
            </a:lvl2pPr>
            <a:lvl3pPr indent="-431800" lvl="2" marL="1371600" algn="l">
              <a:lnSpc>
                <a:spcPct val="90000"/>
              </a:lnSpc>
              <a:spcBef>
                <a:spcPts val="1000"/>
              </a:spcBef>
              <a:spcAft>
                <a:spcPts val="0"/>
              </a:spcAft>
              <a:buSzPts val="3200"/>
              <a:buChar char="•"/>
              <a:defRPr sz="3200"/>
            </a:lvl3pPr>
            <a:lvl4pPr indent="-431800" lvl="3" marL="1828800" algn="l">
              <a:lnSpc>
                <a:spcPct val="90000"/>
              </a:lnSpc>
              <a:spcBef>
                <a:spcPts val="1000"/>
              </a:spcBef>
              <a:spcAft>
                <a:spcPts val="0"/>
              </a:spcAft>
              <a:buSzPts val="3200"/>
              <a:buChar char="•"/>
              <a:defRPr sz="3200"/>
            </a:lvl4pPr>
            <a:lvl5pPr indent="-431800" lvl="4" marL="2286000" algn="l">
              <a:lnSpc>
                <a:spcPct val="90000"/>
              </a:lnSpc>
              <a:spcBef>
                <a:spcPts val="1000"/>
              </a:spcBef>
              <a:spcAft>
                <a:spcPts val="0"/>
              </a:spcAft>
              <a:buSzPts val="3200"/>
              <a:buChar char="•"/>
              <a:defRPr sz="3200"/>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46" name="Google Shape;46;p30"/>
          <p:cNvSpPr txBox="1"/>
          <p:nvPr>
            <p:ph idx="2" type="body"/>
          </p:nvPr>
        </p:nvSpPr>
        <p:spPr>
          <a:xfrm>
            <a:off x="839787" y="2057400"/>
            <a:ext cx="3932239" cy="3811588"/>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47" name="Google Shape;47;p30"/>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48" name="Shape 48"/>
        <p:cNvGrpSpPr/>
        <p:nvPr/>
      </p:nvGrpSpPr>
      <p:grpSpPr>
        <a:xfrm>
          <a:off x="0" y="0"/>
          <a:ext cx="0" cy="0"/>
          <a:chOff x="0" y="0"/>
          <a:chExt cx="0" cy="0"/>
        </a:xfrm>
      </p:grpSpPr>
      <p:sp>
        <p:nvSpPr>
          <p:cNvPr id="49" name="Google Shape;49;p32"/>
          <p:cNvSpPr txBox="1"/>
          <p:nvPr>
            <p:ph type="title"/>
          </p:nvPr>
        </p:nvSpPr>
        <p:spPr>
          <a:xfrm>
            <a:off x="838200" y="365127"/>
            <a:ext cx="10515600" cy="1325563"/>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0" name="Google Shape;50;p32"/>
          <p:cNvSpPr txBox="1"/>
          <p:nvPr>
            <p:ph idx="1" type="body"/>
          </p:nvPr>
        </p:nvSpPr>
        <p:spPr>
          <a:xfrm rot="5400000">
            <a:off x="3920330" y="-1256506"/>
            <a:ext cx="4351339" cy="10515601"/>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51" name="Google Shape;51;p32"/>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52" name="Shape 52"/>
        <p:cNvGrpSpPr/>
        <p:nvPr/>
      </p:nvGrpSpPr>
      <p:grpSpPr>
        <a:xfrm>
          <a:off x="0" y="0"/>
          <a:ext cx="0" cy="0"/>
          <a:chOff x="0" y="0"/>
          <a:chExt cx="0" cy="0"/>
        </a:xfrm>
      </p:grpSpPr>
      <p:sp>
        <p:nvSpPr>
          <p:cNvPr id="53" name="Google Shape;53;p33"/>
          <p:cNvSpPr txBox="1"/>
          <p:nvPr>
            <p:ph type="title"/>
          </p:nvPr>
        </p:nvSpPr>
        <p:spPr>
          <a:xfrm rot="5400000">
            <a:off x="7133432" y="1956593"/>
            <a:ext cx="5811838" cy="2628901"/>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4" name="Google Shape;54;p33"/>
          <p:cNvSpPr txBox="1"/>
          <p:nvPr>
            <p:ph idx="1" type="body"/>
          </p:nvPr>
        </p:nvSpPr>
        <p:spPr>
          <a:xfrm rot="5400000">
            <a:off x="1799432" y="-596107"/>
            <a:ext cx="5811838" cy="7734301"/>
          </a:xfrm>
          <a:prstGeom prst="rect">
            <a:avLst/>
          </a:prstGeom>
          <a:noFill/>
          <a:ln>
            <a:noFill/>
          </a:ln>
        </p:spPr>
        <p:txBody>
          <a:bodyPr anchorCtr="0" anchor="t" bIns="45675" lIns="45675" spcFirstLastPara="1" rIns="45675" wrap="square" tIns="45675">
            <a:normAutofit/>
          </a:bodyPr>
          <a:lstStyle>
            <a:lvl1pPr indent="-406400" lvl="0" marL="457200" algn="l">
              <a:lnSpc>
                <a:spcPct val="90000"/>
              </a:lnSpc>
              <a:spcBef>
                <a:spcPts val="1000"/>
              </a:spcBef>
              <a:spcAft>
                <a:spcPts val="0"/>
              </a:spcAft>
              <a:buSzPts val="2800"/>
              <a:buChar char="•"/>
              <a:defRPr/>
            </a:lvl1pPr>
            <a:lvl2pPr indent="-406400" lvl="1" marL="914400" algn="l">
              <a:lnSpc>
                <a:spcPct val="90000"/>
              </a:lnSpc>
              <a:spcBef>
                <a:spcPts val="1000"/>
              </a:spcBef>
              <a:spcAft>
                <a:spcPts val="0"/>
              </a:spcAft>
              <a:buSzPts val="2800"/>
              <a:buChar char="•"/>
              <a:defRPr/>
            </a:lvl2pPr>
            <a:lvl3pPr indent="-406400" lvl="2" marL="1371600" algn="l">
              <a:lnSpc>
                <a:spcPct val="90000"/>
              </a:lnSpc>
              <a:spcBef>
                <a:spcPts val="1000"/>
              </a:spcBef>
              <a:spcAft>
                <a:spcPts val="0"/>
              </a:spcAft>
              <a:buSzPts val="2800"/>
              <a:buChar char="•"/>
              <a:defRPr/>
            </a:lvl3pPr>
            <a:lvl4pPr indent="-406400" lvl="3" marL="1828800" algn="l">
              <a:lnSpc>
                <a:spcPct val="90000"/>
              </a:lnSpc>
              <a:spcBef>
                <a:spcPts val="1000"/>
              </a:spcBef>
              <a:spcAft>
                <a:spcPts val="0"/>
              </a:spcAft>
              <a:buSzPts val="2800"/>
              <a:buChar char="•"/>
              <a:defRPr/>
            </a:lvl4pPr>
            <a:lvl5pPr indent="-406400" lvl="4" marL="2286000" algn="l">
              <a:lnSpc>
                <a:spcPct val="90000"/>
              </a:lnSpc>
              <a:spcBef>
                <a:spcPts val="1000"/>
              </a:spcBef>
              <a:spcAft>
                <a:spcPts val="0"/>
              </a:spcAft>
              <a:buSzPts val="2800"/>
              <a:buChar char="•"/>
              <a:defRPr/>
            </a:lvl5pPr>
            <a:lvl6pPr indent="-406400" lvl="5" marL="2743200" algn="l">
              <a:lnSpc>
                <a:spcPct val="90000"/>
              </a:lnSpc>
              <a:spcBef>
                <a:spcPts val="1000"/>
              </a:spcBef>
              <a:spcAft>
                <a:spcPts val="0"/>
              </a:spcAft>
              <a:buSzPts val="2800"/>
              <a:buChar char="•"/>
              <a:defRPr/>
            </a:lvl6pPr>
            <a:lvl7pPr indent="-406400" lvl="6" marL="3200400" algn="l">
              <a:lnSpc>
                <a:spcPct val="90000"/>
              </a:lnSpc>
              <a:spcBef>
                <a:spcPts val="1000"/>
              </a:spcBef>
              <a:spcAft>
                <a:spcPts val="0"/>
              </a:spcAft>
              <a:buSzPts val="2800"/>
              <a:buChar char="•"/>
              <a:defRPr/>
            </a:lvl7pPr>
            <a:lvl8pPr indent="-406400" lvl="7" marL="3657600" algn="l">
              <a:lnSpc>
                <a:spcPct val="90000"/>
              </a:lnSpc>
              <a:spcBef>
                <a:spcPts val="1000"/>
              </a:spcBef>
              <a:spcAft>
                <a:spcPts val="0"/>
              </a:spcAft>
              <a:buSzPts val="2800"/>
              <a:buChar char="•"/>
              <a:defRPr/>
            </a:lvl8pPr>
            <a:lvl9pPr indent="-406400" lvl="8" marL="4114800" algn="l">
              <a:lnSpc>
                <a:spcPct val="90000"/>
              </a:lnSpc>
              <a:spcBef>
                <a:spcPts val="1000"/>
              </a:spcBef>
              <a:spcAft>
                <a:spcPts val="0"/>
              </a:spcAft>
              <a:buSzPts val="2800"/>
              <a:buChar char="•"/>
              <a:defRPr/>
            </a:lvl9pPr>
          </a:lstStyle>
          <a:p/>
        </p:txBody>
      </p:sp>
      <p:sp>
        <p:nvSpPr>
          <p:cNvPr id="55" name="Google Shape;55;p33"/>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838200" y="365127"/>
            <a:ext cx="10515600" cy="1325563"/>
          </a:xfrm>
          <a:prstGeom prst="rect">
            <a:avLst/>
          </a:prstGeom>
          <a:noFill/>
          <a:ln>
            <a:noFill/>
          </a:ln>
        </p:spPr>
        <p:txBody>
          <a:bodyPr anchorCtr="0" anchor="ctr" bIns="45675" lIns="45675" spcFirstLastPara="1" rIns="45675" wrap="square" tIns="45675">
            <a:normAutofit/>
          </a:bodyPr>
          <a:lstStyle>
            <a:lvl1pPr lvl="0"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22"/>
          <p:cNvSpPr txBox="1"/>
          <p:nvPr>
            <p:ph idx="1" type="body"/>
          </p:nvPr>
        </p:nvSpPr>
        <p:spPr>
          <a:xfrm>
            <a:off x="838200" y="1825625"/>
            <a:ext cx="10515600" cy="4351338"/>
          </a:xfrm>
          <a:prstGeom prst="rect">
            <a:avLst/>
          </a:prstGeom>
          <a:noFill/>
          <a:ln>
            <a:noFill/>
          </a:ln>
        </p:spPr>
        <p:txBody>
          <a:bodyPr anchorCtr="0" anchor="t" bIns="45675" lIns="45675" spcFirstLastPara="1" rIns="45675" wrap="square" tIns="45675">
            <a:norm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9pPr>
          </a:lstStyle>
          <a:p/>
        </p:txBody>
      </p:sp>
      <p:sp>
        <p:nvSpPr>
          <p:cNvPr id="8" name="Google Shape;8;p22"/>
          <p:cNvSpPr txBox="1"/>
          <p:nvPr>
            <p:ph idx="12" type="sldNum"/>
          </p:nvPr>
        </p:nvSpPr>
        <p:spPr>
          <a:xfrm>
            <a:off x="11095216" y="6414782"/>
            <a:ext cx="258585" cy="248265"/>
          </a:xfrm>
          <a:prstGeom prst="rect">
            <a:avLst/>
          </a:prstGeom>
          <a:noFill/>
          <a:ln>
            <a:noFill/>
          </a:ln>
        </p:spPr>
        <p:txBody>
          <a:bodyPr anchorCtr="0" anchor="ctr" bIns="45675" lIns="45675" spcFirstLastPara="1" rIns="45675" wrap="square" tIns="45675">
            <a:sp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jp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idx="4294967295" type="subTitle"/>
          </p:nvPr>
        </p:nvSpPr>
        <p:spPr>
          <a:xfrm>
            <a:off x="5328820" y="4191663"/>
            <a:ext cx="7336200" cy="2343301"/>
          </a:xfrm>
          <a:prstGeom prst="rect">
            <a:avLst/>
          </a:prstGeom>
          <a:noFill/>
          <a:ln>
            <a:noFill/>
          </a:ln>
        </p:spPr>
        <p:txBody>
          <a:bodyPr anchorCtr="0" anchor="t" bIns="45675" lIns="45675" spcFirstLastPara="1" rIns="45675" wrap="square" tIns="45675">
            <a:normAutofit/>
          </a:bodyPr>
          <a:lstStyle/>
          <a:p>
            <a:pPr indent="457200" lvl="1" marL="0" marR="0" rtl="0" algn="ctr">
              <a:lnSpc>
                <a:spcPct val="72000"/>
              </a:lnSpc>
              <a:spcBef>
                <a:spcPts val="0"/>
              </a:spcBef>
              <a:spcAft>
                <a:spcPts val="0"/>
              </a:spcAft>
              <a:buClr>
                <a:srgbClr val="000000"/>
              </a:buClr>
              <a:buSzPts val="500"/>
              <a:buFont typeface="Arial"/>
              <a:buNone/>
            </a:pPr>
            <a:r>
              <a:t/>
            </a:r>
            <a:endParaRPr b="0" i="0" sz="500" u="none" cap="none" strike="noStrike">
              <a:solidFill>
                <a:srgbClr val="000000"/>
              </a:solidFill>
              <a:latin typeface="Calibri"/>
              <a:ea typeface="Calibri"/>
              <a:cs typeface="Calibri"/>
              <a:sym typeface="Calibri"/>
            </a:endParaRPr>
          </a:p>
          <a:p>
            <a:pPr indent="457200" lvl="1" marL="0" marR="0" rtl="0" algn="just">
              <a:lnSpc>
                <a:spcPct val="100000"/>
              </a:lnSpc>
              <a:spcBef>
                <a:spcPts val="500"/>
              </a:spcBef>
              <a:spcAft>
                <a:spcPts val="0"/>
              </a:spcAft>
              <a:buClr>
                <a:srgbClr val="000000"/>
              </a:buClr>
              <a:buSzPts val="500"/>
              <a:buFont typeface="Arial"/>
              <a:buNone/>
            </a:pPr>
            <a:r>
              <a:rPr b="0" i="0" lang="en-US" sz="500" u="none" cap="none" strike="noStrike">
                <a:solidFill>
                  <a:srgbClr val="000000"/>
                </a:solidFill>
                <a:latin typeface="Calibri"/>
                <a:ea typeface="Calibri"/>
                <a:cs typeface="Calibri"/>
                <a:sym typeface="Calibri"/>
              </a:rPr>
              <a:t>	</a:t>
            </a:r>
            <a:r>
              <a:rPr b="0" i="0" lang="en-US" sz="500" u="none" cap="none" strike="noStrike">
                <a:solidFill>
                  <a:srgbClr val="000000"/>
                </a:solidFill>
                <a:latin typeface="Times New Roman"/>
                <a:ea typeface="Times New Roman"/>
                <a:cs typeface="Times New Roman"/>
                <a:sym typeface="Times New Roman"/>
              </a:rPr>
              <a:t>       </a:t>
            </a:r>
            <a:r>
              <a:rPr b="0" i="0" lang="en-US" sz="2500" u="none" cap="none" strike="noStrike">
                <a:solidFill>
                  <a:srgbClr val="000000"/>
                </a:solidFill>
                <a:latin typeface="Times New Roman"/>
                <a:ea typeface="Times New Roman"/>
                <a:cs typeface="Times New Roman"/>
                <a:sym typeface="Times New Roman"/>
              </a:rPr>
              <a:t>Jhansi Lakshmi -     20241A0566</a:t>
            </a:r>
            <a:endParaRPr b="0" i="0" sz="10000" u="none" cap="none" strike="noStrike">
              <a:solidFill>
                <a:srgbClr val="000000"/>
              </a:solidFill>
              <a:latin typeface="Times New Roman"/>
              <a:ea typeface="Times New Roman"/>
              <a:cs typeface="Times New Roman"/>
              <a:sym typeface="Times New Roman"/>
            </a:endParaRPr>
          </a:p>
          <a:p>
            <a:pPr indent="914400" lvl="2" marL="0" marR="0" rtl="0" algn="just">
              <a:lnSpc>
                <a:spcPct val="100000"/>
              </a:lnSpc>
              <a:spcBef>
                <a:spcPts val="500"/>
              </a:spcBef>
              <a:spcAft>
                <a:spcPts val="0"/>
              </a:spcAft>
              <a:buClr>
                <a:srgbClr val="000000"/>
              </a:buClr>
              <a:buSzPts val="2500"/>
              <a:buFont typeface="Arial"/>
              <a:buNone/>
            </a:pPr>
            <a:r>
              <a:rPr b="0" i="0" lang="en-US" sz="2500" u="none" cap="none" strike="noStrike">
                <a:solidFill>
                  <a:srgbClr val="000000"/>
                </a:solidFill>
                <a:latin typeface="Times New Roman"/>
                <a:ea typeface="Times New Roman"/>
                <a:cs typeface="Times New Roman"/>
                <a:sym typeface="Times New Roman"/>
              </a:rPr>
              <a:t> B. Srija -                  20241A0564</a:t>
            </a:r>
            <a:endParaRPr b="0" i="0" sz="10000" u="none" cap="none" strike="noStrike">
              <a:solidFill>
                <a:srgbClr val="000000"/>
              </a:solidFill>
              <a:latin typeface="Calibri"/>
              <a:ea typeface="Calibri"/>
              <a:cs typeface="Calibri"/>
              <a:sym typeface="Calibri"/>
            </a:endParaRPr>
          </a:p>
          <a:p>
            <a:pPr indent="914400" lvl="2" marL="0" marR="0" rtl="0" algn="just">
              <a:lnSpc>
                <a:spcPct val="100000"/>
              </a:lnSpc>
              <a:spcBef>
                <a:spcPts val="500"/>
              </a:spcBef>
              <a:spcAft>
                <a:spcPts val="0"/>
              </a:spcAft>
              <a:buClr>
                <a:srgbClr val="000000"/>
              </a:buClr>
              <a:buSzPts val="2500"/>
              <a:buFont typeface="Arial"/>
              <a:buNone/>
            </a:pPr>
            <a:r>
              <a:rPr b="0" i="0" lang="en-US" sz="2500" u="none" cap="none" strike="noStrike">
                <a:solidFill>
                  <a:srgbClr val="000000"/>
                </a:solidFill>
                <a:latin typeface="Times New Roman"/>
                <a:ea typeface="Times New Roman"/>
                <a:cs typeface="Times New Roman"/>
                <a:sym typeface="Times New Roman"/>
              </a:rPr>
              <a:t> Maria Jabeen -         20241A0593</a:t>
            </a:r>
            <a:endParaRPr b="0" i="0" sz="10000" u="none" cap="none" strike="noStrike">
              <a:solidFill>
                <a:srgbClr val="000000"/>
              </a:solidFill>
              <a:latin typeface="Calibri"/>
              <a:ea typeface="Calibri"/>
              <a:cs typeface="Calibri"/>
              <a:sym typeface="Calibri"/>
            </a:endParaRPr>
          </a:p>
          <a:p>
            <a:pPr indent="914400" lvl="2" marL="0" marR="0" rtl="0" algn="just">
              <a:lnSpc>
                <a:spcPct val="100000"/>
              </a:lnSpc>
              <a:spcBef>
                <a:spcPts val="500"/>
              </a:spcBef>
              <a:spcAft>
                <a:spcPts val="0"/>
              </a:spcAft>
              <a:buClr>
                <a:srgbClr val="000000"/>
              </a:buClr>
              <a:buSzPts val="2500"/>
              <a:buFont typeface="Arial"/>
              <a:buNone/>
            </a:pPr>
            <a:r>
              <a:rPr b="0" i="0" lang="en-US" sz="2500" u="none" cap="none" strike="noStrike">
                <a:solidFill>
                  <a:srgbClr val="000000"/>
                </a:solidFill>
                <a:latin typeface="Times New Roman"/>
                <a:ea typeface="Times New Roman"/>
                <a:cs typeface="Times New Roman"/>
                <a:sym typeface="Times New Roman"/>
              </a:rPr>
              <a:t> K. Kushi Reddy -     20241A0583</a:t>
            </a:r>
            <a:endParaRPr b="0" i="0" sz="2800" u="none" cap="none" strike="noStrike">
              <a:solidFill>
                <a:srgbClr val="000000"/>
              </a:solidFill>
              <a:latin typeface="Calibri"/>
              <a:ea typeface="Calibri"/>
              <a:cs typeface="Calibri"/>
              <a:sym typeface="Calibri"/>
            </a:endParaRPr>
          </a:p>
        </p:txBody>
      </p:sp>
      <p:pic>
        <p:nvPicPr>
          <p:cNvPr descr="Google Shape;89;p1" id="61" name="Google Shape;61;p1"/>
          <p:cNvPicPr preferRelativeResize="0"/>
          <p:nvPr/>
        </p:nvPicPr>
        <p:blipFill rotWithShape="1">
          <a:blip r:embed="rId3">
            <a:alphaModFix/>
          </a:blip>
          <a:srcRect b="0" l="0" r="0" t="0"/>
          <a:stretch/>
        </p:blipFill>
        <p:spPr>
          <a:xfrm>
            <a:off x="112595" y="478452"/>
            <a:ext cx="1219201" cy="1144589"/>
          </a:xfrm>
          <a:prstGeom prst="rect">
            <a:avLst/>
          </a:prstGeom>
          <a:noFill/>
          <a:ln>
            <a:noFill/>
          </a:ln>
        </p:spPr>
      </p:pic>
      <p:sp>
        <p:nvSpPr>
          <p:cNvPr id="62" name="Google Shape;62;p1"/>
          <p:cNvSpPr txBox="1"/>
          <p:nvPr/>
        </p:nvSpPr>
        <p:spPr>
          <a:xfrm>
            <a:off x="1331800" y="102225"/>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Phase-II </a:t>
            </a:r>
            <a:r>
              <a:rPr b="1" i="0" lang="en-US" sz="2200" u="none" cap="none" strike="noStrike">
                <a:solidFill>
                  <a:schemeClr val="dk1"/>
                </a:solidFill>
                <a:latin typeface="Arial Rounded"/>
                <a:ea typeface="Arial Rounded"/>
                <a:cs typeface="Arial Rounded"/>
                <a:sym typeface="Arial Rounded"/>
              </a:rPr>
              <a:t>Final Review</a:t>
            </a:r>
            <a:endParaRPr b="0" i="0" sz="1400" u="none" cap="none" strike="noStrike">
              <a:solidFill>
                <a:srgbClr val="000000"/>
              </a:solidFill>
              <a:latin typeface="Arial"/>
              <a:ea typeface="Arial"/>
              <a:cs typeface="Arial"/>
              <a:sym typeface="Arial"/>
            </a:endParaRPr>
          </a:p>
        </p:txBody>
      </p:sp>
      <p:sp>
        <p:nvSpPr>
          <p:cNvPr id="63" name="Google Shape;63;p1"/>
          <p:cNvSpPr txBox="1"/>
          <p:nvPr>
            <p:ph idx="12" type="sldNum"/>
          </p:nvPr>
        </p:nvSpPr>
        <p:spPr>
          <a:xfrm>
            <a:off x="11172458" y="6414769"/>
            <a:ext cx="181343" cy="248266"/>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
        <p:nvSpPr>
          <p:cNvPr id="64" name="Google Shape;64;p1"/>
          <p:cNvSpPr txBox="1"/>
          <p:nvPr>
            <p:ph idx="4294967295" type="ctrTitle"/>
          </p:nvPr>
        </p:nvSpPr>
        <p:spPr>
          <a:xfrm>
            <a:off x="838199" y="1038828"/>
            <a:ext cx="10069500" cy="2387700"/>
          </a:xfrm>
          <a:prstGeom prst="rect">
            <a:avLst/>
          </a:prstGeom>
          <a:noFill/>
          <a:ln>
            <a:noFill/>
          </a:ln>
        </p:spPr>
        <p:txBody>
          <a:bodyPr anchorCtr="0" anchor="b" bIns="45675" lIns="45675" spcFirstLastPara="1" rIns="45675" wrap="square" tIns="45675">
            <a:normAutofit/>
          </a:bodyPr>
          <a:lstStyle/>
          <a:p>
            <a:pPr indent="0" lvl="0" marL="0" marR="0" rtl="0" algn="ctr">
              <a:lnSpc>
                <a:spcPct val="90000"/>
              </a:lnSpc>
              <a:spcBef>
                <a:spcPts val="0"/>
              </a:spcBef>
              <a:spcAft>
                <a:spcPts val="0"/>
              </a:spcAft>
              <a:buClr>
                <a:srgbClr val="000000"/>
              </a:buClr>
              <a:buSzPts val="5400"/>
              <a:buFont typeface="Times New Roman"/>
              <a:buNone/>
            </a:pPr>
            <a:r>
              <a:rPr b="0" i="0" lang="en-US" sz="5400" u="none" cap="none" strike="noStrike">
                <a:solidFill>
                  <a:srgbClr val="000000"/>
                </a:solidFill>
                <a:latin typeface="Times New Roman"/>
                <a:ea typeface="Times New Roman"/>
                <a:cs typeface="Times New Roman"/>
                <a:sym typeface="Times New Roman"/>
              </a:rPr>
              <a:t>An Automated Annotation System for Document Text Images</a:t>
            </a:r>
            <a:endParaRPr b="0" i="0" sz="4400" u="none" cap="none" strike="noStrike">
              <a:solidFill>
                <a:srgbClr val="000000"/>
              </a:solidFill>
              <a:latin typeface="Calibri"/>
              <a:ea typeface="Calibri"/>
              <a:cs typeface="Calibri"/>
              <a:sym typeface="Calibri"/>
            </a:endParaRPr>
          </a:p>
        </p:txBody>
      </p:sp>
      <p:sp>
        <p:nvSpPr>
          <p:cNvPr id="65" name="Google Shape;65;p1"/>
          <p:cNvSpPr txBox="1"/>
          <p:nvPr/>
        </p:nvSpPr>
        <p:spPr>
          <a:xfrm>
            <a:off x="3533324" y="3426525"/>
            <a:ext cx="5546100" cy="4617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300" u="none" cap="none" strike="noStrike">
                <a:solidFill>
                  <a:srgbClr val="000000"/>
                </a:solidFill>
                <a:latin typeface="Times New Roman"/>
                <a:ea typeface="Times New Roman"/>
                <a:cs typeface="Times New Roman"/>
                <a:sym typeface="Times New Roman"/>
              </a:rPr>
              <a:t>~Dr. Ashlin </a:t>
            </a:r>
            <a:r>
              <a:rPr b="0" i="0" lang="en-US" sz="2400" u="none" cap="none" strike="noStrike">
                <a:solidFill>
                  <a:srgbClr val="000000"/>
                </a:solidFill>
                <a:latin typeface="Times New Roman"/>
                <a:ea typeface="Times New Roman"/>
                <a:cs typeface="Times New Roman"/>
                <a:sym typeface="Times New Roman"/>
              </a:rPr>
              <a:t>Deepa</a:t>
            </a:r>
            <a:r>
              <a:rPr b="0" i="0" lang="en-US" sz="2300" u="none" cap="none" strike="noStrike">
                <a:solidFill>
                  <a:srgbClr val="000000"/>
                </a:solidFill>
                <a:latin typeface="Times New Roman"/>
                <a:ea typeface="Times New Roman"/>
                <a:cs typeface="Times New Roman"/>
                <a:sym typeface="Times New Roman"/>
              </a:rPr>
              <a:t> R N, Associate Professor </a:t>
            </a:r>
            <a:endParaRPr b="0" i="0" sz="23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2ce4390e7e3_0_0"/>
          <p:cNvSpPr txBox="1"/>
          <p:nvPr>
            <p:ph idx="4294967295" type="ctrTitle"/>
          </p:nvPr>
        </p:nvSpPr>
        <p:spPr>
          <a:xfrm>
            <a:off x="568550" y="1479738"/>
            <a:ext cx="10099500" cy="550800"/>
          </a:xfrm>
          <a:prstGeom prst="rect">
            <a:avLst/>
          </a:prstGeom>
          <a:noFill/>
          <a:ln>
            <a:noFill/>
          </a:ln>
        </p:spPr>
        <p:txBody>
          <a:bodyPr anchorCtr="0" anchor="b" bIns="45675" lIns="45675" spcFirstLastPara="1" rIns="45675" wrap="square" tIns="45675">
            <a:normAutofit/>
          </a:bodyPr>
          <a:lstStyle/>
          <a:p>
            <a:pPr indent="0" lvl="0" marL="0" marR="0" rtl="0" algn="l">
              <a:lnSpc>
                <a:spcPct val="90000"/>
              </a:lnSpc>
              <a:spcBef>
                <a:spcPts val="0"/>
              </a:spcBef>
              <a:spcAft>
                <a:spcPts val="0"/>
              </a:spcAft>
              <a:buClr>
                <a:srgbClr val="000000"/>
              </a:buClr>
              <a:buSzPts val="2800"/>
              <a:buFont typeface="Times New Roman"/>
              <a:buNone/>
            </a:pPr>
            <a:r>
              <a:rPr b="1" i="0" lang="en-US" sz="3200" u="none" cap="none" strike="noStrike">
                <a:solidFill>
                  <a:srgbClr val="000000"/>
                </a:solidFill>
                <a:latin typeface="Times New Roman"/>
                <a:ea typeface="Times New Roman"/>
                <a:cs typeface="Times New Roman"/>
                <a:sym typeface="Times New Roman"/>
              </a:rPr>
              <a:t>Abstract:</a:t>
            </a:r>
            <a:endParaRPr b="0" i="0" sz="3200" u="none" cap="none" strike="noStrike">
              <a:solidFill>
                <a:srgbClr val="000000"/>
              </a:solidFill>
              <a:latin typeface="Calibri"/>
              <a:ea typeface="Calibri"/>
              <a:cs typeface="Calibri"/>
              <a:sym typeface="Calibri"/>
            </a:endParaRPr>
          </a:p>
        </p:txBody>
      </p:sp>
      <p:sp>
        <p:nvSpPr>
          <p:cNvPr id="71" name="Google Shape;71;g2ce4390e7e3_0_0"/>
          <p:cNvSpPr txBox="1"/>
          <p:nvPr>
            <p:ph idx="4294967295" type="subTitle"/>
          </p:nvPr>
        </p:nvSpPr>
        <p:spPr>
          <a:xfrm>
            <a:off x="428399" y="2309699"/>
            <a:ext cx="11335200" cy="4548300"/>
          </a:xfrm>
          <a:prstGeom prst="rect">
            <a:avLst/>
          </a:prstGeom>
          <a:noFill/>
          <a:ln>
            <a:noFill/>
          </a:ln>
        </p:spPr>
        <p:txBody>
          <a:bodyPr anchorCtr="0" anchor="t" bIns="45675" lIns="45675" spcFirstLastPara="1" rIns="45675" wrap="square" tIns="45675">
            <a:normAutofit/>
          </a:bodyPr>
          <a:lstStyle/>
          <a:p>
            <a:pPr indent="0" lvl="0" marL="0" marR="0" rtl="0" algn="just">
              <a:lnSpc>
                <a:spcPct val="90000"/>
              </a:lnSpc>
              <a:spcBef>
                <a:spcPts val="0"/>
              </a:spcBef>
              <a:spcAft>
                <a:spcPts val="0"/>
              </a:spcAft>
              <a:buClr>
                <a:srgbClr val="000000"/>
              </a:buClr>
              <a:buSzPts val="2400"/>
              <a:buFont typeface="Arial"/>
              <a:buNone/>
            </a:pPr>
            <a:r>
              <a:rPr b="0" i="0" lang="en-US" sz="2100" u="none" cap="none" strike="noStrike">
                <a:solidFill>
                  <a:srgbClr val="000000"/>
                </a:solidFill>
                <a:latin typeface="Calibri"/>
                <a:ea typeface="Calibri"/>
                <a:cs typeface="Calibri"/>
                <a:sym typeface="Calibri"/>
              </a:rPr>
              <a:t>               </a:t>
            </a:r>
            <a:r>
              <a:rPr b="0" i="0" lang="en-US" sz="2100" u="none" cap="none" strike="noStrike">
                <a:solidFill>
                  <a:srgbClr val="000000"/>
                </a:solidFill>
                <a:latin typeface="Times New Roman"/>
                <a:ea typeface="Times New Roman"/>
                <a:cs typeface="Times New Roman"/>
                <a:sym typeface="Times New Roman"/>
              </a:rPr>
              <a:t>Annotation is the practice of supplementing text with extra details or labels to offer context, enhance comprehension, or facilitate the refinement of Natural Language Processing (NLP) models. The project's core objective is to develop a robust system capable of annotating document text images with minimal human intervention. This entails outlining distinct regions within an image and then generating descriptive text that effectively encapsulates the characteristics of these outlined areas. While manual annotation is time-consuming and error-prone, automatic image annotation tools step in to address these challenges, boosting efficiency and reliability. A key focus lies in achieving word-level annotations for handwritten document images. The resultant system not only mitigates the time and resource demands of manual annotation but also enhances the reliability and accuracy of annotations. This project stands to contribute significantly to the advancement of NLP applications, particularly in scenarios involving handwritten document analysis and understanding.</a:t>
            </a:r>
            <a:endParaRPr b="0" i="0" sz="2100" u="none" cap="none" strike="noStrike">
              <a:solidFill>
                <a:srgbClr val="000000"/>
              </a:solidFill>
              <a:latin typeface="Calibri"/>
              <a:ea typeface="Calibri"/>
              <a:cs typeface="Calibri"/>
              <a:sym typeface="Calibri"/>
            </a:endParaRPr>
          </a:p>
        </p:txBody>
      </p:sp>
      <p:sp>
        <p:nvSpPr>
          <p:cNvPr id="72" name="Google Shape;72;g2ce4390e7e3_0_0"/>
          <p:cNvSpPr txBox="1"/>
          <p:nvPr>
            <p:ph idx="12" type="sldNum"/>
          </p:nvPr>
        </p:nvSpPr>
        <p:spPr>
          <a:xfrm>
            <a:off x="11172458" y="6414769"/>
            <a:ext cx="1812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73" name="Google Shape;73;g2ce4390e7e3_0_0"/>
          <p:cNvSpPr txBox="1"/>
          <p:nvPr/>
        </p:nvSpPr>
        <p:spPr>
          <a:xfrm>
            <a:off x="1172599" y="0"/>
            <a:ext cx="11157600" cy="1200600"/>
          </a:xfrm>
          <a:prstGeom prst="rect">
            <a:avLst/>
          </a:prstGeom>
          <a:noFill/>
          <a:ln>
            <a:noFill/>
          </a:ln>
        </p:spPr>
        <p:txBody>
          <a:bodyPr anchorCtr="0" anchor="t" bIns="91400" lIns="91400" spcFirstLastPara="1" rIns="91400" wrap="square" tIns="91400">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i="0" lang="en-US" sz="2200" u="none" cap="none" strike="noStrike">
                <a:solidFill>
                  <a:schemeClr val="dk1"/>
                </a:solidFill>
                <a:latin typeface="Arial Rounded"/>
                <a:ea typeface="Arial Rounded"/>
                <a:cs typeface="Arial Rounded"/>
                <a:sym typeface="Arial Rounded"/>
              </a:rPr>
              <a:t>Phase-II Final Review</a:t>
            </a:r>
            <a:endParaRPr b="0" i="0" sz="1400" u="none" cap="none" strike="noStrike">
              <a:solidFill>
                <a:srgbClr val="000000"/>
              </a:solidFill>
              <a:latin typeface="Arial"/>
              <a:ea typeface="Arial"/>
              <a:cs typeface="Arial"/>
              <a:sym typeface="Arial"/>
            </a:endParaRPr>
          </a:p>
        </p:txBody>
      </p:sp>
      <p:pic>
        <p:nvPicPr>
          <p:cNvPr descr="Google Shape;103;g2826bdb998c_1_0" id="74" name="Google Shape;74;g2ce4390e7e3_0_0"/>
          <p:cNvPicPr preferRelativeResize="0"/>
          <p:nvPr/>
        </p:nvPicPr>
        <p:blipFill rotWithShape="1">
          <a:blip r:embed="rId3">
            <a:alphaModFix/>
          </a:blip>
          <a:srcRect b="0" l="0" r="0" t="0"/>
          <a:stretch/>
        </p:blipFill>
        <p:spPr>
          <a:xfrm>
            <a:off x="106599" y="0"/>
            <a:ext cx="1296976" cy="10837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2b398b6531d_0_0"/>
          <p:cNvSpPr txBox="1"/>
          <p:nvPr>
            <p:ph idx="4294967295" type="ctrTitle"/>
          </p:nvPr>
        </p:nvSpPr>
        <p:spPr>
          <a:xfrm>
            <a:off x="217650" y="2047050"/>
            <a:ext cx="11756700" cy="4932600"/>
          </a:xfrm>
          <a:prstGeom prst="rect">
            <a:avLst/>
          </a:prstGeom>
          <a:noFill/>
          <a:ln>
            <a:noFill/>
          </a:ln>
        </p:spPr>
        <p:txBody>
          <a:bodyPr anchorCtr="0" anchor="t" bIns="45675" lIns="45675" spcFirstLastPara="1" rIns="45675" wrap="square" tIns="45675">
            <a:noAutofit/>
          </a:bodyPr>
          <a:lstStyle/>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0" i="0" lang="en-US" sz="2100" u="none" cap="none" strike="noStrike">
                <a:solidFill>
                  <a:srgbClr val="000000"/>
                </a:solidFill>
                <a:latin typeface="Times New Roman"/>
                <a:ea typeface="Times New Roman"/>
                <a:cs typeface="Times New Roman"/>
                <a:sym typeface="Times New Roman"/>
              </a:rPr>
              <a:t>                                                                      </a:t>
            </a:r>
            <a:r>
              <a:rPr b="1" i="0" lang="en-US" sz="2100" u="none" cap="none" strike="noStrike">
                <a:solidFill>
                  <a:srgbClr val="000000"/>
                </a:solidFill>
                <a:latin typeface="Times New Roman"/>
                <a:ea typeface="Times New Roman"/>
                <a:cs typeface="Times New Roman"/>
                <a:sym typeface="Times New Roman"/>
              </a:rPr>
              <a:t>Fig 1: Architecture</a:t>
            </a:r>
            <a:endParaRPr b="1"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br>
              <a:rPr b="0" i="0" lang="en-US" sz="2100" u="none" cap="none" strike="noStrike">
                <a:solidFill>
                  <a:srgbClr val="000000"/>
                </a:solidFill>
                <a:latin typeface="Times New Roman"/>
                <a:ea typeface="Times New Roman"/>
                <a:cs typeface="Times New Roman"/>
                <a:sym typeface="Times New Roman"/>
              </a:rPr>
            </a:br>
            <a:br>
              <a:rPr b="0" i="0" lang="en-US" sz="2100" u="none" cap="none" strike="noStrike">
                <a:solidFill>
                  <a:srgbClr val="000000"/>
                </a:solidFill>
                <a:latin typeface="Times New Roman"/>
                <a:ea typeface="Times New Roman"/>
                <a:cs typeface="Times New Roman"/>
                <a:sym typeface="Times New Roman"/>
              </a:rPr>
            </a:br>
            <a:br>
              <a:rPr b="0" i="0" lang="en-US" sz="2100" u="none" cap="none" strike="noStrike">
                <a:solidFill>
                  <a:srgbClr val="000000"/>
                </a:solidFill>
                <a:latin typeface="Times New Roman"/>
                <a:ea typeface="Times New Roman"/>
                <a:cs typeface="Times New Roman"/>
                <a:sym typeface="Times New Roman"/>
              </a:rPr>
            </a:br>
            <a:br>
              <a:rPr b="0" i="0" lang="en-US" sz="2100" u="none" cap="none" strike="noStrike">
                <a:solidFill>
                  <a:srgbClr val="000000"/>
                </a:solidFill>
                <a:latin typeface="Times New Roman"/>
                <a:ea typeface="Times New Roman"/>
                <a:cs typeface="Times New Roman"/>
                <a:sym typeface="Times New Roman"/>
              </a:rPr>
            </a:br>
            <a:br>
              <a:rPr b="0" i="0" lang="en-US" sz="2100" u="none" cap="none" strike="noStrike">
                <a:solidFill>
                  <a:srgbClr val="000000"/>
                </a:solidFill>
                <a:latin typeface="Times New Roman"/>
                <a:ea typeface="Times New Roman"/>
                <a:cs typeface="Times New Roman"/>
                <a:sym typeface="Times New Roman"/>
              </a:rPr>
            </a:b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b="0" i="0" lang="en-US" sz="2100" u="none" cap="none" strike="noStrike">
                <a:solidFill>
                  <a:srgbClr val="000000"/>
                </a:solidFill>
                <a:latin typeface="Times New Roman"/>
                <a:ea typeface="Times New Roman"/>
                <a:cs typeface="Times New Roman"/>
                <a:sym typeface="Times New Roman"/>
              </a:rPr>
              <a:t>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b="0" i="0" lang="en-US" sz="2100" u="none" cap="none" strike="noStrike">
                <a:solidFill>
                  <a:srgbClr val="000000"/>
                </a:solidFill>
                <a:latin typeface="Times New Roman"/>
                <a:ea typeface="Times New Roman"/>
                <a:cs typeface="Times New Roman"/>
                <a:sym typeface="Times New Roman"/>
              </a:rPr>
              <a:t>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b="0" i="0" sz="2100" u="none" cap="none" strike="noStrike">
              <a:solidFill>
                <a:srgbClr val="000000"/>
              </a:solidFill>
              <a:latin typeface="Times New Roman"/>
              <a:ea typeface="Times New Roman"/>
              <a:cs typeface="Times New Roman"/>
              <a:sym typeface="Times New Roman"/>
            </a:endParaRPr>
          </a:p>
        </p:txBody>
      </p:sp>
      <p:pic>
        <p:nvPicPr>
          <p:cNvPr descr="Google Shape;205;g2826546880a_3_4" id="80" name="Google Shape;80;g2b398b6531d_0_0"/>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81" name="Google Shape;81;g2b398b6531d_0_0"/>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Phase-II Final Review</a:t>
            </a:r>
            <a:endParaRPr b="0" i="0" sz="1400" u="none" cap="none" strike="noStrike">
              <a:solidFill>
                <a:srgbClr val="000000"/>
              </a:solidFill>
              <a:latin typeface="Arial"/>
              <a:ea typeface="Arial"/>
              <a:cs typeface="Arial"/>
              <a:sym typeface="Arial"/>
            </a:endParaRPr>
          </a:p>
        </p:txBody>
      </p:sp>
      <p:sp>
        <p:nvSpPr>
          <p:cNvPr id="82" name="Google Shape;82;g2b398b6531d_0_0"/>
          <p:cNvSpPr txBox="1"/>
          <p:nvPr/>
        </p:nvSpPr>
        <p:spPr>
          <a:xfrm>
            <a:off x="233675" y="1486792"/>
            <a:ext cx="10980600" cy="480300"/>
          </a:xfrm>
          <a:prstGeom prst="rect">
            <a:avLst/>
          </a:prstGeom>
          <a:noFill/>
          <a:ln>
            <a:noFill/>
          </a:ln>
        </p:spPr>
        <p:txBody>
          <a:bodyPr anchorCtr="0" anchor="t" bIns="45675" lIns="45675" spcFirstLastPara="1" rIns="45675" wrap="square" tIns="45675">
            <a:spAutoFit/>
          </a:bodyPr>
          <a:lstStyle/>
          <a:p>
            <a:pPr indent="0" lvl="0" marL="0" marR="0" rtl="0" algn="l">
              <a:lnSpc>
                <a:spcPct val="90000"/>
              </a:lnSpc>
              <a:spcBef>
                <a:spcPts val="0"/>
              </a:spcBef>
              <a:spcAft>
                <a:spcPts val="0"/>
              </a:spcAft>
              <a:buClr>
                <a:schemeClr val="dk1"/>
              </a:buClr>
              <a:buSzPts val="4717"/>
              <a:buFont typeface="Calibri"/>
              <a:buNone/>
            </a:pPr>
            <a:r>
              <a:rPr b="1" i="0" lang="en-US" sz="2800" u="none" cap="none" strike="noStrike">
                <a:solidFill>
                  <a:schemeClr val="dk1"/>
                </a:solidFill>
                <a:latin typeface="Times New Roman"/>
                <a:ea typeface="Times New Roman"/>
                <a:cs typeface="Times New Roman"/>
                <a:sym typeface="Times New Roman"/>
              </a:rPr>
              <a:t>Architecture:</a:t>
            </a:r>
            <a:endParaRPr b="1" i="0" sz="2800" u="none" cap="none" strike="noStrike">
              <a:solidFill>
                <a:srgbClr val="000000"/>
              </a:solidFill>
              <a:latin typeface="Arial"/>
              <a:ea typeface="Arial"/>
              <a:cs typeface="Arial"/>
              <a:sym typeface="Arial"/>
            </a:endParaRPr>
          </a:p>
        </p:txBody>
      </p:sp>
      <p:pic>
        <p:nvPicPr>
          <p:cNvPr id="83" name="Google Shape;83;g2b398b6531d_0_0"/>
          <p:cNvPicPr preferRelativeResize="0"/>
          <p:nvPr/>
        </p:nvPicPr>
        <p:blipFill rotWithShape="1">
          <a:blip r:embed="rId4">
            <a:alphaModFix/>
          </a:blip>
          <a:srcRect b="0" l="0" r="0" t="0"/>
          <a:stretch/>
        </p:blipFill>
        <p:spPr>
          <a:xfrm>
            <a:off x="2166200" y="2243479"/>
            <a:ext cx="8021775" cy="38188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2ce4390e7e3_0_72"/>
          <p:cNvSpPr txBox="1"/>
          <p:nvPr>
            <p:ph idx="4294967295" type="ctrTitle"/>
          </p:nvPr>
        </p:nvSpPr>
        <p:spPr>
          <a:xfrm>
            <a:off x="217650" y="1967100"/>
            <a:ext cx="11756700" cy="4932600"/>
          </a:xfrm>
          <a:prstGeom prst="rect">
            <a:avLst/>
          </a:prstGeom>
          <a:noFill/>
          <a:ln>
            <a:noFill/>
          </a:ln>
        </p:spPr>
        <p:txBody>
          <a:bodyPr anchorCtr="0" anchor="t" bIns="45675" lIns="45675" spcFirstLastPara="1" rIns="45675" wrap="square" tIns="45675">
            <a:noAutofit/>
          </a:bodyPr>
          <a:lstStyle/>
          <a:p>
            <a:pPr indent="0" lvl="0" marL="0" marR="0" rtl="0" algn="l">
              <a:lnSpc>
                <a:spcPct val="90000"/>
              </a:lnSpc>
              <a:spcBef>
                <a:spcPts val="0"/>
              </a:spcBef>
              <a:spcAft>
                <a:spcPts val="0"/>
              </a:spcAft>
              <a:buClr>
                <a:schemeClr val="dk1"/>
              </a:buClr>
              <a:buSzPts val="1100"/>
              <a:buFont typeface="Arial"/>
              <a:buNone/>
            </a:pPr>
            <a:r>
              <a:rPr b="1" i="0" lang="en-US" sz="2000" u="none" cap="none" strike="noStrike">
                <a:solidFill>
                  <a:srgbClr val="000000"/>
                </a:solidFill>
                <a:latin typeface="Times New Roman"/>
                <a:ea typeface="Times New Roman"/>
                <a:cs typeface="Times New Roman"/>
                <a:sym typeface="Times New Roman"/>
              </a:rPr>
              <a:t>Recognition Model: </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0" i="0" lang="en-US" sz="1800" u="none" cap="none" strike="noStrike">
                <a:solidFill>
                  <a:srgbClr val="000000"/>
                </a:solidFill>
                <a:latin typeface="Times New Roman"/>
                <a:ea typeface="Times New Roman"/>
                <a:cs typeface="Times New Roman"/>
                <a:sym typeface="Times New Roman"/>
              </a:rPr>
              <a:t>OCR is an text recognition model that combines Convolutional Recurrent Neural Networks (CRNN) to accurately recognize text from images.</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1" i="0" lang="en-US" sz="2000" u="none" cap="none" strike="noStrike">
                <a:solidFill>
                  <a:srgbClr val="000000"/>
                </a:solidFill>
                <a:latin typeface="Times New Roman"/>
                <a:ea typeface="Times New Roman"/>
                <a:cs typeface="Times New Roman"/>
                <a:sym typeface="Times New Roman"/>
              </a:rPr>
              <a:t>Components</a:t>
            </a:r>
            <a:r>
              <a:rPr b="0" i="0" lang="en-US" sz="1800" u="none" cap="none" strike="noStrike">
                <a:solidFill>
                  <a:srgbClr val="000000"/>
                </a:solidFill>
                <a:latin typeface="Times New Roman"/>
                <a:ea typeface="Times New Roman"/>
                <a:cs typeface="Times New Roman"/>
                <a:sym typeface="Times New Roman"/>
              </a:rPr>
              <a:t>:</a:t>
            </a:r>
            <a:endParaRPr b="0" i="0" sz="1800" u="none" cap="none" strike="noStrike">
              <a:solidFill>
                <a:srgbClr val="000000"/>
              </a:solidFill>
              <a:latin typeface="Times New Roman"/>
              <a:ea typeface="Times New Roman"/>
              <a:cs typeface="Times New Roman"/>
              <a:sym typeface="Times New Roman"/>
            </a:endParaRPr>
          </a:p>
          <a:p>
            <a:pPr indent="-349250" lvl="0" marL="457200" marR="0" rtl="0" algn="l">
              <a:lnSpc>
                <a:spcPct val="90000"/>
              </a:lnSpc>
              <a:spcBef>
                <a:spcPts val="0"/>
              </a:spcBef>
              <a:spcAft>
                <a:spcPts val="0"/>
              </a:spcAft>
              <a:buClr>
                <a:srgbClr val="000000"/>
              </a:buClr>
              <a:buSzPts val="1900"/>
              <a:buFont typeface="Times New Roman"/>
              <a:buChar char="●"/>
            </a:pPr>
            <a:r>
              <a:rPr b="1" i="0" lang="en-US" sz="1900" u="none" cap="none" strike="noStrike">
                <a:solidFill>
                  <a:srgbClr val="000000"/>
                </a:solidFill>
                <a:latin typeface="Times New Roman"/>
                <a:ea typeface="Times New Roman"/>
                <a:cs typeface="Times New Roman"/>
                <a:sym typeface="Times New Roman"/>
              </a:rPr>
              <a:t>Convolutional Layers:</a:t>
            </a:r>
            <a:endParaRPr b="1" i="0" sz="1900" u="none" cap="none" strike="noStrike">
              <a:solidFill>
                <a:srgbClr val="000000"/>
              </a:solidFill>
              <a:latin typeface="Times New Roman"/>
              <a:ea typeface="Times New Roman"/>
              <a:cs typeface="Times New Roman"/>
              <a:sym typeface="Times New Roman"/>
            </a:endParaRPr>
          </a:p>
          <a:p>
            <a:pPr indent="-349250" lvl="1" marL="914400" marR="0" rtl="0" algn="l">
              <a:lnSpc>
                <a:spcPct val="90000"/>
              </a:lnSpc>
              <a:spcBef>
                <a:spcPts val="0"/>
              </a:spcBef>
              <a:spcAft>
                <a:spcPts val="0"/>
              </a:spcAft>
              <a:buClr>
                <a:srgbClr val="000000"/>
              </a:buClr>
              <a:buSzPts val="1900"/>
              <a:buFont typeface="Times New Roman"/>
              <a:buChar char="○"/>
            </a:pPr>
            <a:r>
              <a:rPr b="0" i="0" lang="en-US" sz="1800" u="none" cap="none" strike="noStrike">
                <a:solidFill>
                  <a:srgbClr val="000000"/>
                </a:solidFill>
                <a:latin typeface="Times New Roman"/>
                <a:ea typeface="Times New Roman"/>
                <a:cs typeface="Times New Roman"/>
                <a:sym typeface="Times New Roman"/>
              </a:rPr>
              <a:t>Utilizes residual blocks with convolutional layers, batch normalization, and ReLU activation.</a:t>
            </a:r>
            <a:endParaRPr b="0" i="0" sz="1800" u="none" cap="none" strike="noStrike">
              <a:solidFill>
                <a:srgbClr val="000000"/>
              </a:solidFill>
              <a:latin typeface="Times New Roman"/>
              <a:ea typeface="Times New Roman"/>
              <a:cs typeface="Times New Roman"/>
              <a:sym typeface="Times New Roman"/>
            </a:endParaRPr>
          </a:p>
          <a:p>
            <a:pPr indent="-349250" lvl="1" marL="914400" marR="0" rtl="0" algn="l">
              <a:lnSpc>
                <a:spcPct val="90000"/>
              </a:lnSpc>
              <a:spcBef>
                <a:spcPts val="0"/>
              </a:spcBef>
              <a:spcAft>
                <a:spcPts val="0"/>
              </a:spcAft>
              <a:buClr>
                <a:srgbClr val="000000"/>
              </a:buClr>
              <a:buSzPts val="1900"/>
              <a:buFont typeface="Times New Roman"/>
              <a:buChar char="○"/>
            </a:pPr>
            <a:r>
              <a:rPr b="0" i="0" lang="en-US" sz="1800" u="none" cap="none" strike="noStrike">
                <a:solidFill>
                  <a:srgbClr val="000000"/>
                </a:solidFill>
                <a:latin typeface="Times New Roman"/>
                <a:ea typeface="Times New Roman"/>
                <a:cs typeface="Times New Roman"/>
                <a:sym typeface="Times New Roman"/>
              </a:rPr>
              <a:t>Incorporates max-pooling layers for efficient down-sampling.</a:t>
            </a:r>
            <a:endParaRPr b="0" i="0" sz="1800" u="none" cap="none" strike="noStrike">
              <a:solidFill>
                <a:srgbClr val="000000"/>
              </a:solidFill>
              <a:latin typeface="Times New Roman"/>
              <a:ea typeface="Times New Roman"/>
              <a:cs typeface="Times New Roman"/>
              <a:sym typeface="Times New Roman"/>
            </a:endParaRPr>
          </a:p>
          <a:p>
            <a:pPr indent="0" lvl="0" marL="914400" marR="0" rtl="0" algn="l">
              <a:lnSpc>
                <a:spcPct val="90000"/>
              </a:lnSpc>
              <a:spcBef>
                <a:spcPts val="0"/>
              </a:spcBef>
              <a:spcAft>
                <a:spcPts val="0"/>
              </a:spcAft>
              <a:buClr>
                <a:srgbClr val="000000"/>
              </a:buClr>
              <a:buSzPts val="4400"/>
              <a:buFont typeface="Calibri"/>
              <a:buNone/>
            </a:pPr>
            <a:r>
              <a:t/>
            </a:r>
            <a:endParaRPr b="0" i="0" sz="1800" u="none" cap="none" strike="noStrike">
              <a:solidFill>
                <a:srgbClr val="000000"/>
              </a:solidFill>
              <a:latin typeface="Times New Roman"/>
              <a:ea typeface="Times New Roman"/>
              <a:cs typeface="Times New Roman"/>
              <a:sym typeface="Times New Roman"/>
            </a:endParaRPr>
          </a:p>
          <a:p>
            <a:pPr indent="-349250" lvl="0" marL="457200" marR="0" rtl="0" algn="l">
              <a:lnSpc>
                <a:spcPct val="90000"/>
              </a:lnSpc>
              <a:spcBef>
                <a:spcPts val="0"/>
              </a:spcBef>
              <a:spcAft>
                <a:spcPts val="0"/>
              </a:spcAft>
              <a:buClr>
                <a:srgbClr val="000000"/>
              </a:buClr>
              <a:buSzPts val="1900"/>
              <a:buFont typeface="Times New Roman"/>
              <a:buChar char="●"/>
            </a:pPr>
            <a:r>
              <a:rPr b="1" i="0" lang="en-US" sz="1900" u="none" cap="none" strike="noStrike">
                <a:solidFill>
                  <a:srgbClr val="000000"/>
                </a:solidFill>
                <a:latin typeface="Times New Roman"/>
                <a:ea typeface="Times New Roman"/>
                <a:cs typeface="Times New Roman"/>
                <a:sym typeface="Times New Roman"/>
              </a:rPr>
              <a:t>STN (Spatial Transformer Network):</a:t>
            </a:r>
            <a:endParaRPr b="1" i="0" sz="1900" u="none" cap="none" strike="noStrike">
              <a:solidFill>
                <a:srgbClr val="000000"/>
              </a:solidFill>
              <a:latin typeface="Times New Roman"/>
              <a:ea typeface="Times New Roman"/>
              <a:cs typeface="Times New Roman"/>
              <a:sym typeface="Times New Roman"/>
            </a:endParaRPr>
          </a:p>
          <a:p>
            <a:pPr indent="-349250" lvl="1" marL="914400" marR="0" rtl="0" algn="l">
              <a:lnSpc>
                <a:spcPct val="90000"/>
              </a:lnSpc>
              <a:spcBef>
                <a:spcPts val="0"/>
              </a:spcBef>
              <a:spcAft>
                <a:spcPts val="0"/>
              </a:spcAft>
              <a:buClr>
                <a:srgbClr val="000000"/>
              </a:buClr>
              <a:buSzPts val="1900"/>
              <a:buFont typeface="Times New Roman"/>
              <a:buChar char="○"/>
            </a:pPr>
            <a:r>
              <a:rPr b="0" i="0" lang="en-US" sz="1800" u="none" cap="none" strike="noStrike">
                <a:solidFill>
                  <a:srgbClr val="000000"/>
                </a:solidFill>
                <a:latin typeface="Times New Roman"/>
                <a:ea typeface="Times New Roman"/>
                <a:cs typeface="Times New Roman"/>
                <a:sym typeface="Times New Roman"/>
              </a:rPr>
              <a:t>Seamlessly integrated into residual blocks to execute affine transformations, enhancing recognition accuracy.</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400"/>
              <a:buFont typeface="Calibri"/>
              <a:buNone/>
            </a:pPr>
            <a:r>
              <a:t/>
            </a:r>
            <a:endParaRPr b="0" i="0" sz="1800" u="none" cap="none" strike="noStrike">
              <a:solidFill>
                <a:srgbClr val="000000"/>
              </a:solidFill>
              <a:latin typeface="Times New Roman"/>
              <a:ea typeface="Times New Roman"/>
              <a:cs typeface="Times New Roman"/>
              <a:sym typeface="Times New Roman"/>
            </a:endParaRPr>
          </a:p>
          <a:p>
            <a:pPr indent="-349250" lvl="0" marL="457200" marR="0" rtl="0" algn="l">
              <a:lnSpc>
                <a:spcPct val="90000"/>
              </a:lnSpc>
              <a:spcBef>
                <a:spcPts val="0"/>
              </a:spcBef>
              <a:spcAft>
                <a:spcPts val="0"/>
              </a:spcAft>
              <a:buClr>
                <a:srgbClr val="000000"/>
              </a:buClr>
              <a:buSzPts val="1900"/>
              <a:buFont typeface="Times New Roman"/>
              <a:buChar char="●"/>
            </a:pPr>
            <a:r>
              <a:rPr b="1" i="0" lang="en-US" sz="1900" u="none" cap="none" strike="noStrike">
                <a:solidFill>
                  <a:srgbClr val="000000"/>
                </a:solidFill>
                <a:latin typeface="Times New Roman"/>
                <a:ea typeface="Times New Roman"/>
                <a:cs typeface="Times New Roman"/>
                <a:sym typeface="Times New Roman"/>
              </a:rPr>
              <a:t>Recurrent Layers (Bi-LSTM):</a:t>
            </a:r>
            <a:endParaRPr b="1" i="0" sz="1900" u="none" cap="none" strike="noStrike">
              <a:solidFill>
                <a:srgbClr val="000000"/>
              </a:solidFill>
              <a:latin typeface="Times New Roman"/>
              <a:ea typeface="Times New Roman"/>
              <a:cs typeface="Times New Roman"/>
              <a:sym typeface="Times New Roman"/>
            </a:endParaRPr>
          </a:p>
          <a:p>
            <a:pPr indent="-349250" lvl="1" marL="914400" marR="0" rtl="0" algn="l">
              <a:lnSpc>
                <a:spcPct val="90000"/>
              </a:lnSpc>
              <a:spcBef>
                <a:spcPts val="0"/>
              </a:spcBef>
              <a:spcAft>
                <a:spcPts val="0"/>
              </a:spcAft>
              <a:buClr>
                <a:srgbClr val="000000"/>
              </a:buClr>
              <a:buSzPts val="1900"/>
              <a:buFont typeface="Times New Roman"/>
              <a:buChar char="○"/>
            </a:pPr>
            <a:r>
              <a:rPr b="0" i="0" lang="en-US" sz="1800" u="none" cap="none" strike="noStrike">
                <a:solidFill>
                  <a:srgbClr val="000000"/>
                </a:solidFill>
                <a:latin typeface="Times New Roman"/>
                <a:ea typeface="Times New Roman"/>
                <a:cs typeface="Times New Roman"/>
                <a:sym typeface="Times New Roman"/>
              </a:rPr>
              <a:t>Employs two bidirectional LSTM layers fortified with dropout to capture sequence dependencies effectively.</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1" i="0" lang="en-US" sz="2000" u="none" cap="none" strike="noStrike">
                <a:solidFill>
                  <a:srgbClr val="000000"/>
                </a:solidFill>
                <a:latin typeface="Times New Roman"/>
                <a:ea typeface="Times New Roman"/>
                <a:cs typeface="Times New Roman"/>
                <a:sym typeface="Times New Roman"/>
              </a:rPr>
              <a:t>Results:</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0" i="0" lang="en-US" sz="1800" u="none" cap="none" strike="noStrike">
                <a:solidFill>
                  <a:srgbClr val="000000"/>
                </a:solidFill>
                <a:latin typeface="Times New Roman"/>
                <a:ea typeface="Times New Roman"/>
                <a:cs typeface="Times New Roman"/>
                <a:sym typeface="Times New Roman"/>
              </a:rPr>
              <a:t>Word Recognition Accuracy: 86.92%</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0" i="0" lang="en-US" sz="1800" u="none" cap="none" strike="noStrike">
                <a:solidFill>
                  <a:srgbClr val="000000"/>
                </a:solidFill>
                <a:latin typeface="Times New Roman"/>
                <a:ea typeface="Times New Roman"/>
                <a:cs typeface="Times New Roman"/>
                <a:sym typeface="Times New Roman"/>
              </a:rPr>
              <a:t>Character Recognition Accuracy: 97.37%</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b="0" i="0" sz="1800" u="none" cap="none" strike="noStrike">
              <a:solidFill>
                <a:srgbClr val="000000"/>
              </a:solidFill>
              <a:latin typeface="Times New Roman"/>
              <a:ea typeface="Times New Roman"/>
              <a:cs typeface="Times New Roman"/>
              <a:sym typeface="Times New Roman"/>
            </a:endParaRPr>
          </a:p>
        </p:txBody>
      </p:sp>
      <p:pic>
        <p:nvPicPr>
          <p:cNvPr descr="Google Shape;205;g2826546880a_3_4" id="89" name="Google Shape;89;g2ce4390e7e3_0_72"/>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90" name="Google Shape;90;g2ce4390e7e3_0_72"/>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Phase-II Final Review</a:t>
            </a:r>
            <a:endParaRPr b="0" i="0" sz="1400" u="none" cap="none" strike="noStrike">
              <a:solidFill>
                <a:srgbClr val="000000"/>
              </a:solidFill>
              <a:latin typeface="Arial"/>
              <a:ea typeface="Arial"/>
              <a:cs typeface="Arial"/>
              <a:sym typeface="Arial"/>
            </a:endParaRPr>
          </a:p>
        </p:txBody>
      </p:sp>
      <p:sp>
        <p:nvSpPr>
          <p:cNvPr id="91" name="Google Shape;91;g2ce4390e7e3_0_72"/>
          <p:cNvSpPr txBox="1"/>
          <p:nvPr/>
        </p:nvSpPr>
        <p:spPr>
          <a:xfrm>
            <a:off x="233675" y="1486792"/>
            <a:ext cx="10980600" cy="480300"/>
          </a:xfrm>
          <a:prstGeom prst="rect">
            <a:avLst/>
          </a:prstGeom>
          <a:noFill/>
          <a:ln>
            <a:noFill/>
          </a:ln>
        </p:spPr>
        <p:txBody>
          <a:bodyPr anchorCtr="0" anchor="t" bIns="45675" lIns="45675" spcFirstLastPara="1" rIns="45675" wrap="square" tIns="45675">
            <a:spAutoFit/>
          </a:bodyPr>
          <a:lstStyle/>
          <a:p>
            <a:pPr indent="0" lvl="0" marL="0" marR="0" rtl="0" algn="l">
              <a:lnSpc>
                <a:spcPct val="90000"/>
              </a:lnSpc>
              <a:spcBef>
                <a:spcPts val="0"/>
              </a:spcBef>
              <a:spcAft>
                <a:spcPts val="0"/>
              </a:spcAft>
              <a:buClr>
                <a:schemeClr val="dk1"/>
              </a:buClr>
              <a:buSzPts val="4717"/>
              <a:buFont typeface="Calibri"/>
              <a:buNone/>
            </a:pPr>
            <a:r>
              <a:rPr b="1" i="0" lang="en-US" sz="2800" u="none" cap="none" strike="noStrike">
                <a:solidFill>
                  <a:schemeClr val="dk1"/>
                </a:solidFill>
                <a:latin typeface="Times New Roman"/>
                <a:ea typeface="Times New Roman"/>
                <a:cs typeface="Times New Roman"/>
                <a:sym typeface="Times New Roman"/>
              </a:rPr>
              <a:t>Result Analysis:</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2c2692669a5_0_34"/>
          <p:cNvSpPr txBox="1"/>
          <p:nvPr>
            <p:ph idx="4294967295" type="ctrTitle"/>
          </p:nvPr>
        </p:nvSpPr>
        <p:spPr>
          <a:xfrm>
            <a:off x="66875" y="1330375"/>
            <a:ext cx="11969700" cy="5455200"/>
          </a:xfrm>
          <a:prstGeom prst="rect">
            <a:avLst/>
          </a:prstGeom>
          <a:noFill/>
          <a:ln>
            <a:noFill/>
          </a:ln>
        </p:spPr>
        <p:txBody>
          <a:bodyPr anchorCtr="0" anchor="t" bIns="45675" lIns="45675" spcFirstLastPara="1" rIns="45675" wrap="square" tIns="45675">
            <a:normAutofit fontScale="90000"/>
          </a:bodyPr>
          <a:lstStyle/>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17391"/>
              <a:buFont typeface="Arial"/>
              <a:buNone/>
            </a:pPr>
            <a:br>
              <a:rPr b="1" i="0" lang="en-US" sz="2300" u="none" cap="none" strike="noStrike">
                <a:solidFill>
                  <a:srgbClr val="000000"/>
                </a:solidFill>
                <a:latin typeface="Arial"/>
                <a:ea typeface="Arial"/>
                <a:cs typeface="Arial"/>
                <a:sym typeface="Arial"/>
              </a:rPr>
            </a:br>
            <a:r>
              <a:rPr b="1" i="0" lang="en-US" sz="2300" u="none" cap="none" strike="noStrike">
                <a:solidFill>
                  <a:srgbClr val="000000"/>
                </a:solidFill>
                <a:latin typeface="Arial"/>
                <a:ea typeface="Arial"/>
                <a:cs typeface="Arial"/>
                <a:sym typeface="Arial"/>
              </a:rPr>
              <a:t>            				                        </a:t>
            </a:r>
            <a:r>
              <a:rPr b="1" i="0" lang="en-US" sz="2550" u="none" cap="none" strike="noStrike">
                <a:solidFill>
                  <a:srgbClr val="000000"/>
                </a:solidFill>
                <a:latin typeface="Times New Roman"/>
                <a:ea typeface="Times New Roman"/>
                <a:cs typeface="Times New Roman"/>
                <a:sym typeface="Times New Roman"/>
              </a:rPr>
              <a:t>Fig 2: Prediction Result</a:t>
            </a:r>
            <a:endParaRPr b="1" i="0" sz="255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700" u="none" cap="none" strike="noStrike">
              <a:solidFill>
                <a:srgbClr val="000000"/>
              </a:solidFill>
              <a:latin typeface="Arial"/>
              <a:ea typeface="Arial"/>
              <a:cs typeface="Arial"/>
              <a:sym typeface="Arial"/>
            </a:endParaRPr>
          </a:p>
        </p:txBody>
      </p:sp>
      <p:pic>
        <p:nvPicPr>
          <p:cNvPr descr="Google Shape;238;g2476a7b157a_2_19" id="97" name="Google Shape;97;g2c2692669a5_0_34"/>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98" name="Google Shape;98;g2c2692669a5_0_34"/>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Phase-II Final Review</a:t>
            </a:r>
            <a:endParaRPr b="0" i="0" sz="1400" u="none" cap="none" strike="noStrike">
              <a:solidFill>
                <a:srgbClr val="000000"/>
              </a:solidFill>
              <a:latin typeface="Arial"/>
              <a:ea typeface="Arial"/>
              <a:cs typeface="Arial"/>
              <a:sym typeface="Arial"/>
            </a:endParaRPr>
          </a:p>
        </p:txBody>
      </p:sp>
      <p:sp>
        <p:nvSpPr>
          <p:cNvPr id="99" name="Google Shape;99;g2c2692669a5_0_34"/>
          <p:cNvSpPr txBox="1"/>
          <p:nvPr/>
        </p:nvSpPr>
        <p:spPr>
          <a:xfrm>
            <a:off x="229175" y="1275574"/>
            <a:ext cx="11399400" cy="523200"/>
          </a:xfrm>
          <a:prstGeom prst="rect">
            <a:avLst/>
          </a:prstGeom>
          <a:noFill/>
          <a:ln>
            <a:noFill/>
          </a:ln>
        </p:spPr>
        <p:txBody>
          <a:bodyPr anchorCtr="0" anchor="t" bIns="45675" lIns="45675" spcFirstLastPara="1" rIns="45675" wrap="square" tIns="45675">
            <a:spAutoFit/>
          </a:bodyPr>
          <a:lstStyle/>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rgbClr val="000000"/>
              </a:solidFill>
              <a:latin typeface="Times New Roman"/>
              <a:ea typeface="Times New Roman"/>
              <a:cs typeface="Times New Roman"/>
              <a:sym typeface="Times New Roman"/>
            </a:endParaRPr>
          </a:p>
        </p:txBody>
      </p:sp>
      <p:sp>
        <p:nvSpPr>
          <p:cNvPr id="100" name="Google Shape;100;g2c2692669a5_0_34"/>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
        <p:nvSpPr>
          <p:cNvPr id="101" name="Google Shape;101;g2c2692669a5_0_34"/>
          <p:cNvSpPr txBox="1"/>
          <p:nvPr/>
        </p:nvSpPr>
        <p:spPr>
          <a:xfrm>
            <a:off x="352024" y="1144599"/>
            <a:ext cx="11399400" cy="5232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1F2328"/>
              </a:buClr>
              <a:buSzPts val="2600"/>
              <a:buFont typeface="Times New Roman"/>
              <a:buNone/>
            </a:pPr>
            <a:r>
              <a:rPr b="1" i="0" lang="en-US" sz="2800" u="none" cap="none" strike="noStrike">
                <a:solidFill>
                  <a:srgbClr val="1F2328"/>
                </a:solidFill>
                <a:latin typeface="Times New Roman"/>
                <a:ea typeface="Times New Roman"/>
                <a:cs typeface="Times New Roman"/>
                <a:sym typeface="Times New Roman"/>
              </a:rPr>
              <a:t>Result Analysis:</a:t>
            </a:r>
            <a:endParaRPr b="0" i="0" sz="2800" u="none" cap="none" strike="noStrike">
              <a:solidFill>
                <a:srgbClr val="000000"/>
              </a:solidFill>
              <a:latin typeface="Arial"/>
              <a:ea typeface="Arial"/>
              <a:cs typeface="Arial"/>
              <a:sym typeface="Arial"/>
            </a:endParaRPr>
          </a:p>
        </p:txBody>
      </p:sp>
      <p:pic>
        <p:nvPicPr>
          <p:cNvPr id="102" name="Google Shape;102;g2c2692669a5_0_34"/>
          <p:cNvPicPr preferRelativeResize="0"/>
          <p:nvPr/>
        </p:nvPicPr>
        <p:blipFill rotWithShape="1">
          <a:blip r:embed="rId4">
            <a:alphaModFix/>
          </a:blip>
          <a:srcRect b="0" l="0" r="0" t="0"/>
          <a:stretch/>
        </p:blipFill>
        <p:spPr>
          <a:xfrm>
            <a:off x="1628475" y="1958250"/>
            <a:ext cx="8600776" cy="4050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2ce4390e7e3_0_131"/>
          <p:cNvSpPr txBox="1"/>
          <p:nvPr>
            <p:ph idx="4294967295" type="ctrTitle"/>
          </p:nvPr>
        </p:nvSpPr>
        <p:spPr>
          <a:xfrm>
            <a:off x="66875" y="1976400"/>
            <a:ext cx="11969700" cy="4290900"/>
          </a:xfrm>
          <a:prstGeom prst="rect">
            <a:avLst/>
          </a:prstGeom>
          <a:noFill/>
          <a:ln>
            <a:noFill/>
          </a:ln>
        </p:spPr>
        <p:txBody>
          <a:bodyPr anchorCtr="0" anchor="t" bIns="45675" lIns="45675" spcFirstLastPara="1" rIns="45675" wrap="square" tIns="45675">
            <a:noAutofit/>
          </a:bodyPr>
          <a:lstStyle/>
          <a:p>
            <a:pPr indent="0" lvl="0" marL="0" marR="0" rtl="0" algn="l">
              <a:lnSpc>
                <a:spcPct val="90000"/>
              </a:lnSpc>
              <a:spcBef>
                <a:spcPts val="0"/>
              </a:spcBef>
              <a:spcAft>
                <a:spcPts val="0"/>
              </a:spcAft>
              <a:buClr>
                <a:schemeClr val="dk1"/>
              </a:buClr>
              <a:buSzPts val="1100"/>
              <a:buFont typeface="Arial"/>
              <a:buNone/>
            </a:pPr>
            <a:r>
              <a:rPr b="1" i="0" lang="en-US" sz="2000" u="none" cap="none" strike="noStrike">
                <a:solidFill>
                  <a:srgbClr val="000000"/>
                </a:solidFill>
                <a:latin typeface="Times New Roman"/>
                <a:ea typeface="Times New Roman"/>
                <a:cs typeface="Times New Roman"/>
                <a:sym typeface="Times New Roman"/>
              </a:rPr>
              <a:t>OCR Post-Correction Model:</a:t>
            </a:r>
            <a:endParaRPr b="1" i="0" sz="20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0" i="0" lang="en-US" sz="1800" u="none" cap="none" strike="noStrike">
                <a:solidFill>
                  <a:srgbClr val="000000"/>
                </a:solidFill>
                <a:latin typeface="Times New Roman"/>
                <a:ea typeface="Times New Roman"/>
                <a:cs typeface="Times New Roman"/>
                <a:sym typeface="Times New Roman"/>
              </a:rPr>
              <a:t>The OCR Post-Correction Model corrects errors in Optical Character Recognition (OCR) outputs using an LSTM-based sequence-to-sequence framework with attention.</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1" i="0" lang="en-US" sz="2000" u="none" cap="none" strike="noStrike">
                <a:solidFill>
                  <a:srgbClr val="000000"/>
                </a:solidFill>
                <a:latin typeface="Times New Roman"/>
                <a:ea typeface="Times New Roman"/>
                <a:cs typeface="Times New Roman"/>
                <a:sym typeface="Times New Roman"/>
              </a:rPr>
              <a:t>Key Components:</a:t>
            </a:r>
            <a:endParaRPr b="1" i="0" sz="2000" u="none" cap="none" strike="noStrike">
              <a:solidFill>
                <a:srgbClr val="000000"/>
              </a:solidFill>
              <a:latin typeface="Times New Roman"/>
              <a:ea typeface="Times New Roman"/>
              <a:cs typeface="Times New Roman"/>
              <a:sym typeface="Times New Roman"/>
            </a:endParaRPr>
          </a:p>
          <a:p>
            <a:pPr indent="-349250" lvl="0" marL="457200" marR="0" rtl="0" algn="l">
              <a:lnSpc>
                <a:spcPct val="90000"/>
              </a:lnSpc>
              <a:spcBef>
                <a:spcPts val="0"/>
              </a:spcBef>
              <a:spcAft>
                <a:spcPts val="0"/>
              </a:spcAft>
              <a:buClr>
                <a:srgbClr val="000000"/>
              </a:buClr>
              <a:buSzPts val="1900"/>
              <a:buFont typeface="Times New Roman"/>
              <a:buChar char="●"/>
            </a:pPr>
            <a:r>
              <a:rPr b="1" i="0" lang="en-US" sz="1900" u="none" cap="none" strike="noStrike">
                <a:solidFill>
                  <a:srgbClr val="000000"/>
                </a:solidFill>
                <a:latin typeface="Times New Roman"/>
                <a:ea typeface="Times New Roman"/>
                <a:cs typeface="Times New Roman"/>
                <a:sym typeface="Times New Roman"/>
              </a:rPr>
              <a:t>Encoders:</a:t>
            </a:r>
            <a:endParaRPr b="1" i="0" sz="1900" u="none" cap="none" strike="noStrike">
              <a:solidFill>
                <a:srgbClr val="000000"/>
              </a:solidFill>
              <a:latin typeface="Times New Roman"/>
              <a:ea typeface="Times New Roman"/>
              <a:cs typeface="Times New Roman"/>
              <a:sym typeface="Times New Roman"/>
            </a:endParaRPr>
          </a:p>
          <a:p>
            <a:pPr indent="-349250" lvl="1" marL="914400" marR="0" rtl="0" algn="l">
              <a:lnSpc>
                <a:spcPct val="90000"/>
              </a:lnSpc>
              <a:spcBef>
                <a:spcPts val="0"/>
              </a:spcBef>
              <a:spcAft>
                <a:spcPts val="0"/>
              </a:spcAft>
              <a:buClr>
                <a:srgbClr val="000000"/>
              </a:buClr>
              <a:buSzPts val="1900"/>
              <a:buFont typeface="Times New Roman"/>
              <a:buChar char="○"/>
            </a:pPr>
            <a:r>
              <a:rPr b="0" i="0" lang="en-US" sz="1800" u="none" cap="none" strike="noStrike">
                <a:solidFill>
                  <a:srgbClr val="000000"/>
                </a:solidFill>
                <a:latin typeface="Times New Roman"/>
                <a:ea typeface="Times New Roman"/>
                <a:cs typeface="Times New Roman"/>
                <a:sym typeface="Times New Roman"/>
              </a:rPr>
              <a:t>Character-level bidirectional LSTMs transform input characters into hidden state vectors for both the original text and its translation.</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400"/>
              <a:buFont typeface="Calibri"/>
              <a:buNone/>
            </a:pPr>
            <a:r>
              <a:t/>
            </a:r>
            <a:endParaRPr b="1" i="0" sz="1900" u="none" cap="none" strike="noStrike">
              <a:solidFill>
                <a:srgbClr val="000000"/>
              </a:solidFill>
              <a:latin typeface="Times New Roman"/>
              <a:ea typeface="Times New Roman"/>
              <a:cs typeface="Times New Roman"/>
              <a:sym typeface="Times New Roman"/>
            </a:endParaRPr>
          </a:p>
          <a:p>
            <a:pPr indent="-349250" lvl="0" marL="457200" marR="0" rtl="0" algn="l">
              <a:lnSpc>
                <a:spcPct val="90000"/>
              </a:lnSpc>
              <a:spcBef>
                <a:spcPts val="0"/>
              </a:spcBef>
              <a:spcAft>
                <a:spcPts val="0"/>
              </a:spcAft>
              <a:buClr>
                <a:srgbClr val="000000"/>
              </a:buClr>
              <a:buSzPts val="1900"/>
              <a:buFont typeface="Times New Roman"/>
              <a:buChar char="●"/>
            </a:pPr>
            <a:r>
              <a:rPr b="1" i="0" lang="en-US" sz="1900" u="none" cap="none" strike="noStrike">
                <a:solidFill>
                  <a:srgbClr val="000000"/>
                </a:solidFill>
                <a:latin typeface="Times New Roman"/>
                <a:ea typeface="Times New Roman"/>
                <a:cs typeface="Times New Roman"/>
                <a:sym typeface="Times New Roman"/>
              </a:rPr>
              <a:t>Attention Mechanism:</a:t>
            </a:r>
            <a:endParaRPr b="1" i="0" sz="1900" u="none" cap="none" strike="noStrike">
              <a:solidFill>
                <a:srgbClr val="000000"/>
              </a:solidFill>
              <a:latin typeface="Times New Roman"/>
              <a:ea typeface="Times New Roman"/>
              <a:cs typeface="Times New Roman"/>
              <a:sym typeface="Times New Roman"/>
            </a:endParaRPr>
          </a:p>
          <a:p>
            <a:pPr indent="-349250" lvl="1" marL="914400" marR="0" rtl="0" algn="l">
              <a:lnSpc>
                <a:spcPct val="90000"/>
              </a:lnSpc>
              <a:spcBef>
                <a:spcPts val="0"/>
              </a:spcBef>
              <a:spcAft>
                <a:spcPts val="0"/>
              </a:spcAft>
              <a:buClr>
                <a:srgbClr val="000000"/>
              </a:buClr>
              <a:buSzPts val="1900"/>
              <a:buFont typeface="Times New Roman"/>
              <a:buChar char="○"/>
            </a:pPr>
            <a:r>
              <a:rPr b="0" i="0" lang="en-US" sz="1800" u="none" cap="none" strike="noStrike">
                <a:solidFill>
                  <a:srgbClr val="000000"/>
                </a:solidFill>
                <a:latin typeface="Times New Roman"/>
                <a:ea typeface="Times New Roman"/>
                <a:cs typeface="Times New Roman"/>
                <a:sym typeface="Times New Roman"/>
              </a:rPr>
              <a:t>Computes attention weights over encoder hidden states.</a:t>
            </a:r>
            <a:endParaRPr b="0" i="0" sz="1800" u="none" cap="none" strike="noStrike">
              <a:solidFill>
                <a:srgbClr val="000000"/>
              </a:solidFill>
              <a:latin typeface="Times New Roman"/>
              <a:ea typeface="Times New Roman"/>
              <a:cs typeface="Times New Roman"/>
              <a:sym typeface="Times New Roman"/>
            </a:endParaRPr>
          </a:p>
          <a:p>
            <a:pPr indent="-349250" lvl="1" marL="914400" marR="0" rtl="0" algn="l">
              <a:lnSpc>
                <a:spcPct val="90000"/>
              </a:lnSpc>
              <a:spcBef>
                <a:spcPts val="0"/>
              </a:spcBef>
              <a:spcAft>
                <a:spcPts val="0"/>
              </a:spcAft>
              <a:buClr>
                <a:srgbClr val="000000"/>
              </a:buClr>
              <a:buSzPts val="1900"/>
              <a:buFont typeface="Times New Roman"/>
              <a:buChar char="○"/>
            </a:pPr>
            <a:r>
              <a:rPr b="0" i="0" lang="en-US" sz="1800" u="none" cap="none" strike="noStrike">
                <a:solidFill>
                  <a:srgbClr val="000000"/>
                </a:solidFill>
                <a:latin typeface="Times New Roman"/>
                <a:ea typeface="Times New Roman"/>
                <a:cs typeface="Times New Roman"/>
                <a:sym typeface="Times New Roman"/>
              </a:rPr>
              <a:t>Produces context vectors for decoding by weighting encoder states.</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1" i="0" lang="en-US" sz="1900" u="none" cap="none" strike="noStrike">
                <a:solidFill>
                  <a:srgbClr val="000000"/>
                </a:solidFill>
                <a:latin typeface="Times New Roman"/>
                <a:ea typeface="Times New Roman"/>
                <a:cs typeface="Times New Roman"/>
                <a:sym typeface="Times New Roman"/>
              </a:rPr>
              <a:t>Results</a:t>
            </a:r>
            <a:r>
              <a:rPr b="0" i="0" lang="en-US" sz="1800" u="none" cap="none" strike="noStrike">
                <a:solidFill>
                  <a:srgbClr val="000000"/>
                </a:solidFill>
                <a:latin typeface="Times New Roman"/>
                <a:ea typeface="Times New Roman"/>
                <a:cs typeface="Times New Roman"/>
                <a:sym typeface="Times New Roman"/>
              </a:rPr>
              <a:t>:</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0" i="0" lang="en-US" sz="1800" u="none" cap="none" strike="noStrike">
                <a:solidFill>
                  <a:srgbClr val="000000"/>
                </a:solidFill>
                <a:latin typeface="Times New Roman"/>
                <a:ea typeface="Times New Roman"/>
                <a:cs typeface="Times New Roman"/>
                <a:sym typeface="Times New Roman"/>
              </a:rPr>
              <a:t>CER: 0.0644</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1100"/>
              <a:buFont typeface="Arial"/>
              <a:buNone/>
            </a:pPr>
            <a:r>
              <a:rPr b="0" i="0" lang="en-US" sz="1800" u="none" cap="none" strike="noStrike">
                <a:solidFill>
                  <a:srgbClr val="000000"/>
                </a:solidFill>
                <a:latin typeface="Times New Roman"/>
                <a:ea typeface="Times New Roman"/>
                <a:cs typeface="Times New Roman"/>
                <a:sym typeface="Times New Roman"/>
              </a:rPr>
              <a:t>WER: 0.2650</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br>
              <a:rPr b="1" i="0" lang="en-US" sz="1800" u="none" cap="none" strike="noStrike">
                <a:solidFill>
                  <a:srgbClr val="000000"/>
                </a:solidFill>
                <a:latin typeface="Times New Roman"/>
                <a:ea typeface="Times New Roman"/>
                <a:cs typeface="Times New Roman"/>
                <a:sym typeface="Times New Roman"/>
              </a:rPr>
            </a:br>
            <a:r>
              <a:rPr b="1" i="0" lang="en-US" sz="1800" u="none" cap="none" strike="noStrike">
                <a:solidFill>
                  <a:srgbClr val="000000"/>
                </a:solidFill>
                <a:latin typeface="Times New Roman"/>
                <a:ea typeface="Times New Roman"/>
                <a:cs typeface="Times New Roman"/>
                <a:sym typeface="Times New Roman"/>
              </a:rPr>
              <a:t>            				                        </a:t>
            </a:r>
            <a:endParaRPr b="1"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2700"/>
              <a:buFont typeface="Arial"/>
              <a:buNone/>
            </a:pPr>
            <a:r>
              <a:t/>
            </a:r>
            <a:endParaRPr b="0" i="0" sz="1800" u="none" cap="none" strike="noStrike">
              <a:solidFill>
                <a:srgbClr val="000000"/>
              </a:solidFill>
              <a:latin typeface="Times New Roman"/>
              <a:ea typeface="Times New Roman"/>
              <a:cs typeface="Times New Roman"/>
              <a:sym typeface="Times New Roman"/>
            </a:endParaRPr>
          </a:p>
        </p:txBody>
      </p:sp>
      <p:pic>
        <p:nvPicPr>
          <p:cNvPr descr="Google Shape;238;g2476a7b157a_2_19" id="108" name="Google Shape;108;g2ce4390e7e3_0_131"/>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09" name="Google Shape;109;g2ce4390e7e3_0_131"/>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Phase-II Final Review</a:t>
            </a:r>
            <a:endParaRPr b="0" i="0" sz="1400" u="none" cap="none" strike="noStrike">
              <a:solidFill>
                <a:srgbClr val="000000"/>
              </a:solidFill>
              <a:latin typeface="Arial"/>
              <a:ea typeface="Arial"/>
              <a:cs typeface="Arial"/>
              <a:sym typeface="Arial"/>
            </a:endParaRPr>
          </a:p>
        </p:txBody>
      </p:sp>
      <p:sp>
        <p:nvSpPr>
          <p:cNvPr id="110" name="Google Shape;110;g2ce4390e7e3_0_131"/>
          <p:cNvSpPr txBox="1"/>
          <p:nvPr/>
        </p:nvSpPr>
        <p:spPr>
          <a:xfrm>
            <a:off x="229175" y="1275574"/>
            <a:ext cx="11399400" cy="523200"/>
          </a:xfrm>
          <a:prstGeom prst="rect">
            <a:avLst/>
          </a:prstGeom>
          <a:noFill/>
          <a:ln>
            <a:noFill/>
          </a:ln>
        </p:spPr>
        <p:txBody>
          <a:bodyPr anchorCtr="0" anchor="t" bIns="45675" lIns="45675" spcFirstLastPara="1" rIns="45675" wrap="square" tIns="45675">
            <a:spAutoFit/>
          </a:bodyPr>
          <a:lstStyle/>
          <a:p>
            <a:pPr indent="0" lvl="0" marL="0" marR="0" rtl="0" algn="l">
              <a:lnSpc>
                <a:spcPct val="115000"/>
              </a:lnSpc>
              <a:spcBef>
                <a:spcPts val="0"/>
              </a:spcBef>
              <a:spcAft>
                <a:spcPts val="0"/>
              </a:spcAft>
              <a:buClr>
                <a:schemeClr val="dk1"/>
              </a:buClr>
              <a:buSzPts val="1100"/>
              <a:buFont typeface="Arial"/>
              <a:buNone/>
            </a:pPr>
            <a:r>
              <a:t/>
            </a:r>
            <a:endParaRPr b="1" i="0" sz="2800" u="none" cap="none" strike="noStrike">
              <a:solidFill>
                <a:srgbClr val="000000"/>
              </a:solidFill>
              <a:latin typeface="Times New Roman"/>
              <a:ea typeface="Times New Roman"/>
              <a:cs typeface="Times New Roman"/>
              <a:sym typeface="Times New Roman"/>
            </a:endParaRPr>
          </a:p>
        </p:txBody>
      </p:sp>
      <p:sp>
        <p:nvSpPr>
          <p:cNvPr id="111" name="Google Shape;111;g2ce4390e7e3_0_131"/>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
        <p:nvSpPr>
          <p:cNvPr id="112" name="Google Shape;112;g2ce4390e7e3_0_131"/>
          <p:cNvSpPr txBox="1"/>
          <p:nvPr/>
        </p:nvSpPr>
        <p:spPr>
          <a:xfrm>
            <a:off x="0" y="1453200"/>
            <a:ext cx="11553000" cy="5232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1F2328"/>
              </a:buClr>
              <a:buSzPts val="2600"/>
              <a:buFont typeface="Times New Roman"/>
              <a:buNone/>
            </a:pPr>
            <a:r>
              <a:rPr b="1" i="0" lang="en-US" sz="2800" u="none" cap="none" strike="noStrike">
                <a:solidFill>
                  <a:srgbClr val="1F2328"/>
                </a:solidFill>
                <a:latin typeface="Times New Roman"/>
                <a:ea typeface="Times New Roman"/>
                <a:cs typeface="Times New Roman"/>
                <a:sym typeface="Times New Roman"/>
              </a:rPr>
              <a:t>Result Analysis: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26ba4dd4811_0_2"/>
          <p:cNvSpPr txBox="1"/>
          <p:nvPr>
            <p:ph idx="4294967295" type="ctrTitle"/>
          </p:nvPr>
        </p:nvSpPr>
        <p:spPr>
          <a:xfrm>
            <a:off x="279700" y="2061550"/>
            <a:ext cx="11756700" cy="4361400"/>
          </a:xfrm>
          <a:prstGeom prst="rect">
            <a:avLst/>
          </a:prstGeom>
          <a:noFill/>
          <a:ln>
            <a:noFill/>
          </a:ln>
        </p:spPr>
        <p:txBody>
          <a:bodyPr anchorCtr="0" anchor="t" bIns="45675" lIns="45675" spcFirstLastPara="1" rIns="45675" wrap="square" tIns="45675">
            <a:noAutofit/>
          </a:bodyPr>
          <a:lstStyle/>
          <a:p>
            <a:pPr indent="0" lvl="0" marL="0" marR="0" rtl="0" algn="l">
              <a:lnSpc>
                <a:spcPct val="90000"/>
              </a:lnSpc>
              <a:spcBef>
                <a:spcPts val="0"/>
              </a:spcBef>
              <a:spcAft>
                <a:spcPts val="0"/>
              </a:spcAft>
              <a:buClr>
                <a:schemeClr val="dk1"/>
              </a:buClr>
              <a:buSzPts val="1100"/>
              <a:buFont typeface="Arial"/>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br>
              <a:rPr b="0" i="0" lang="en-US" sz="2100" u="none" cap="none" strike="noStrike">
                <a:solidFill>
                  <a:srgbClr val="000000"/>
                </a:solidFill>
                <a:latin typeface="Times New Roman"/>
                <a:ea typeface="Times New Roman"/>
                <a:cs typeface="Times New Roman"/>
                <a:sym typeface="Times New Roman"/>
              </a:rPr>
            </a:br>
            <a:br>
              <a:rPr b="0" i="0" lang="en-US" sz="2100" u="none" cap="none" strike="noStrike">
                <a:solidFill>
                  <a:srgbClr val="000000"/>
                </a:solidFill>
                <a:latin typeface="Times New Roman"/>
                <a:ea typeface="Times New Roman"/>
                <a:cs typeface="Times New Roman"/>
                <a:sym typeface="Times New Roman"/>
              </a:rPr>
            </a:br>
            <a:br>
              <a:rPr b="0" i="0" lang="en-US" sz="2100" u="none" cap="none" strike="noStrike">
                <a:solidFill>
                  <a:srgbClr val="000000"/>
                </a:solidFill>
                <a:latin typeface="Times New Roman"/>
                <a:ea typeface="Times New Roman"/>
                <a:cs typeface="Times New Roman"/>
                <a:sym typeface="Times New Roman"/>
              </a:rPr>
            </a:br>
            <a:br>
              <a:rPr b="0" i="0" lang="en-US" sz="2100" u="none" cap="none" strike="noStrike">
                <a:solidFill>
                  <a:srgbClr val="000000"/>
                </a:solidFill>
                <a:latin typeface="Times New Roman"/>
                <a:ea typeface="Times New Roman"/>
                <a:cs typeface="Times New Roman"/>
                <a:sym typeface="Times New Roman"/>
              </a:rPr>
            </a:br>
            <a:br>
              <a:rPr b="0" i="0" lang="en-US" sz="2100" u="none" cap="none" strike="noStrike">
                <a:solidFill>
                  <a:srgbClr val="000000"/>
                </a:solidFill>
                <a:latin typeface="Times New Roman"/>
                <a:ea typeface="Times New Roman"/>
                <a:cs typeface="Times New Roman"/>
                <a:sym typeface="Times New Roman"/>
              </a:rPr>
            </a:b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b="0" i="0" lang="en-US" sz="2100" u="none" cap="none" strike="noStrike">
                <a:solidFill>
                  <a:srgbClr val="000000"/>
                </a:solidFill>
                <a:latin typeface="Times New Roman"/>
                <a:ea typeface="Times New Roman"/>
                <a:cs typeface="Times New Roman"/>
                <a:sym typeface="Times New Roman"/>
              </a:rPr>
              <a:t>                                                                                                     </a:t>
            </a:r>
            <a:endParaRPr b="0" i="0" sz="2100" u="none" cap="none" strike="noStrike">
              <a:solidFill>
                <a:srgbClr val="000000"/>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4717"/>
              <a:buFont typeface="Calibri"/>
              <a:buNone/>
            </a:pPr>
            <a:r>
              <a:rPr b="0" i="0" lang="en-US" sz="2100" u="none" cap="none" strike="noStrike">
                <a:solidFill>
                  <a:srgbClr val="000000"/>
                </a:solidFill>
                <a:latin typeface="Times New Roman"/>
                <a:ea typeface="Times New Roman"/>
                <a:cs typeface="Times New Roman"/>
                <a:sym typeface="Times New Roman"/>
              </a:rPr>
              <a:t>                                                                                                 </a:t>
            </a:r>
            <a:endParaRPr b="0" i="0" sz="2100" u="none" cap="none" strike="noStrike">
              <a:solidFill>
                <a:srgbClr val="000000"/>
              </a:solidFill>
              <a:latin typeface="Times New Roman"/>
              <a:ea typeface="Times New Roman"/>
              <a:cs typeface="Times New Roman"/>
              <a:sym typeface="Times New Roman"/>
            </a:endParaRPr>
          </a:p>
        </p:txBody>
      </p:sp>
      <p:pic>
        <p:nvPicPr>
          <p:cNvPr descr="Google Shape;205;g2826546880a_3_4" id="118" name="Google Shape;118;g26ba4dd4811_0_2"/>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19" name="Google Shape;119;g26ba4dd4811_0_2"/>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Phase-II Final Review</a:t>
            </a:r>
            <a:endParaRPr b="0" i="0" sz="1400" u="none" cap="none" strike="noStrike">
              <a:solidFill>
                <a:srgbClr val="000000"/>
              </a:solidFill>
              <a:latin typeface="Arial"/>
              <a:ea typeface="Arial"/>
              <a:cs typeface="Arial"/>
              <a:sym typeface="Arial"/>
            </a:endParaRPr>
          </a:p>
        </p:txBody>
      </p:sp>
      <p:sp>
        <p:nvSpPr>
          <p:cNvPr id="120" name="Google Shape;120;g26ba4dd4811_0_2"/>
          <p:cNvSpPr txBox="1"/>
          <p:nvPr/>
        </p:nvSpPr>
        <p:spPr>
          <a:xfrm>
            <a:off x="233675" y="1486792"/>
            <a:ext cx="10980600" cy="480300"/>
          </a:xfrm>
          <a:prstGeom prst="rect">
            <a:avLst/>
          </a:prstGeom>
          <a:noFill/>
          <a:ln>
            <a:noFill/>
          </a:ln>
        </p:spPr>
        <p:txBody>
          <a:bodyPr anchorCtr="0" anchor="t" bIns="45675" lIns="45675" spcFirstLastPara="1" rIns="45675" wrap="square" tIns="45675">
            <a:spAutoFit/>
          </a:bodyPr>
          <a:lstStyle/>
          <a:p>
            <a:pPr indent="0" lvl="0" marL="0" marR="0" rtl="0" algn="l">
              <a:lnSpc>
                <a:spcPct val="90000"/>
              </a:lnSpc>
              <a:spcBef>
                <a:spcPts val="0"/>
              </a:spcBef>
              <a:spcAft>
                <a:spcPts val="0"/>
              </a:spcAft>
              <a:buClr>
                <a:schemeClr val="dk1"/>
              </a:buClr>
              <a:buSzPts val="4717"/>
              <a:buFont typeface="Calibri"/>
              <a:buNone/>
            </a:pPr>
            <a:r>
              <a:rPr b="1" i="0" lang="en-US" sz="2800" u="none" cap="none" strike="noStrike">
                <a:solidFill>
                  <a:schemeClr val="dk1"/>
                </a:solidFill>
                <a:latin typeface="Times New Roman"/>
                <a:ea typeface="Times New Roman"/>
                <a:cs typeface="Times New Roman"/>
                <a:sym typeface="Times New Roman"/>
              </a:rPr>
              <a:t>Result Analysis:</a:t>
            </a:r>
            <a:endParaRPr b="1" i="0" sz="2800" u="none" cap="none" strike="noStrike">
              <a:solidFill>
                <a:srgbClr val="000000"/>
              </a:solidFill>
              <a:latin typeface="Arial"/>
              <a:ea typeface="Arial"/>
              <a:cs typeface="Arial"/>
              <a:sym typeface="Arial"/>
            </a:endParaRPr>
          </a:p>
        </p:txBody>
      </p:sp>
      <p:graphicFrame>
        <p:nvGraphicFramePr>
          <p:cNvPr id="121" name="Google Shape;121;g26ba4dd4811_0_2"/>
          <p:cNvGraphicFramePr/>
          <p:nvPr/>
        </p:nvGraphicFramePr>
        <p:xfrm>
          <a:off x="1638863" y="2143925"/>
          <a:ext cx="3000000" cy="3000000"/>
        </p:xfrm>
        <a:graphic>
          <a:graphicData uri="http://schemas.openxmlformats.org/drawingml/2006/table">
            <a:tbl>
              <a:tblPr>
                <a:noFill/>
                <a:tableStyleId>{EEF61A8B-3F1C-4079-9801-E7BE88B88C49}</a:tableStyleId>
              </a:tblPr>
              <a:tblGrid>
                <a:gridCol w="658325"/>
                <a:gridCol w="4693625"/>
                <a:gridCol w="4692925"/>
              </a:tblGrid>
              <a:tr h="52290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ID</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Test Data</a:t>
                      </a:r>
                      <a:endParaRPr b="1" sz="14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Output</a:t>
                      </a:r>
                      <a:endParaRPr b="1" sz="1400" u="none" cap="none" strike="noStrike">
                        <a:latin typeface="Times New Roman"/>
                        <a:ea typeface="Times New Roman"/>
                        <a:cs typeface="Times New Roman"/>
                        <a:sym typeface="Times New Roman"/>
                      </a:endParaRPr>
                    </a:p>
                  </a:txBody>
                  <a:tcPr marT="91425" marB="91425" marR="91425" marL="91425"/>
                </a:tc>
              </a:tr>
              <a:tr h="41911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pic>
        <p:nvPicPr>
          <p:cNvPr id="122" name="Google Shape;122;g26ba4dd4811_0_2"/>
          <p:cNvPicPr preferRelativeResize="0"/>
          <p:nvPr/>
        </p:nvPicPr>
        <p:blipFill rotWithShape="1">
          <a:blip r:embed="rId4">
            <a:alphaModFix/>
          </a:blip>
          <a:srcRect b="0" l="0" r="0" t="0"/>
          <a:stretch/>
        </p:blipFill>
        <p:spPr>
          <a:xfrm>
            <a:off x="3190775" y="2869400"/>
            <a:ext cx="2988675" cy="3821852"/>
          </a:xfrm>
          <a:prstGeom prst="rect">
            <a:avLst/>
          </a:prstGeom>
          <a:noFill/>
          <a:ln>
            <a:noFill/>
          </a:ln>
        </p:spPr>
      </p:pic>
      <p:pic>
        <p:nvPicPr>
          <p:cNvPr id="123" name="Google Shape;123;g26ba4dd4811_0_2"/>
          <p:cNvPicPr preferRelativeResize="0"/>
          <p:nvPr/>
        </p:nvPicPr>
        <p:blipFill rotWithShape="1">
          <a:blip r:embed="rId5">
            <a:alphaModFix/>
          </a:blip>
          <a:srcRect b="0" l="0" r="0" t="0"/>
          <a:stretch/>
        </p:blipFill>
        <p:spPr>
          <a:xfrm>
            <a:off x="7902925" y="2869400"/>
            <a:ext cx="3046674" cy="38218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2c2692669a5_0_0"/>
          <p:cNvSpPr txBox="1"/>
          <p:nvPr/>
        </p:nvSpPr>
        <p:spPr>
          <a:xfrm>
            <a:off x="961599" y="3364874"/>
            <a:ext cx="11399400" cy="4002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         </a:t>
            </a:r>
            <a:endParaRPr b="0" i="0" sz="1500" u="none" cap="none" strike="noStrike">
              <a:solidFill>
                <a:srgbClr val="000000"/>
              </a:solidFill>
              <a:latin typeface="Arial"/>
              <a:ea typeface="Arial"/>
              <a:cs typeface="Arial"/>
              <a:sym typeface="Arial"/>
            </a:endParaRPr>
          </a:p>
        </p:txBody>
      </p:sp>
      <p:pic>
        <p:nvPicPr>
          <p:cNvPr descr="Google Shape;250;p16" id="129" name="Google Shape;129;g2c2692669a5_0_0"/>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30" name="Google Shape;130;g2c2692669a5_0_0"/>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i="0" lang="en-US" sz="2200" u="none" cap="none" strike="noStrike">
                <a:solidFill>
                  <a:schemeClr val="dk1"/>
                </a:solidFill>
                <a:latin typeface="Arial Rounded"/>
                <a:ea typeface="Arial Rounded"/>
                <a:cs typeface="Arial Rounded"/>
                <a:sym typeface="Arial Rounded"/>
              </a:rPr>
              <a:t>Phase-II Final Review</a:t>
            </a:r>
            <a:endParaRPr b="0" i="0" sz="1400" u="none" cap="none" strike="noStrike">
              <a:solidFill>
                <a:srgbClr val="000000"/>
              </a:solidFill>
              <a:latin typeface="Arial"/>
              <a:ea typeface="Arial"/>
              <a:cs typeface="Arial"/>
              <a:sym typeface="Arial"/>
            </a:endParaRPr>
          </a:p>
        </p:txBody>
      </p:sp>
      <p:sp>
        <p:nvSpPr>
          <p:cNvPr id="131" name="Google Shape;131;g2c2692669a5_0_0"/>
          <p:cNvSpPr txBox="1"/>
          <p:nvPr/>
        </p:nvSpPr>
        <p:spPr>
          <a:xfrm>
            <a:off x="233660" y="1210950"/>
            <a:ext cx="7308300" cy="954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Publication status of Review Paper</a:t>
            </a:r>
            <a:r>
              <a:rPr b="1" i="0" lang="en-US" sz="2800" u="none" cap="none" strike="noStrike">
                <a:solidFill>
                  <a:srgbClr val="000000"/>
                </a:solidFill>
                <a:latin typeface="Arial"/>
                <a:ea typeface="Arial"/>
                <a:cs typeface="Arial"/>
                <a:sym typeface="Arial"/>
              </a:rPr>
              <a:t>:</a:t>
            </a:r>
            <a:r>
              <a:rPr b="0" i="0" lang="en-US" sz="2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2" name="Google Shape;132;g2c2692669a5_0_0"/>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
        <p:nvSpPr>
          <p:cNvPr id="133" name="Google Shape;133;g2c2692669a5_0_0"/>
          <p:cNvSpPr txBox="1"/>
          <p:nvPr/>
        </p:nvSpPr>
        <p:spPr>
          <a:xfrm>
            <a:off x="365425" y="2630100"/>
            <a:ext cx="10729800" cy="385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We have submitted a major project phase-1 review paper titled “</a:t>
            </a:r>
            <a:r>
              <a:rPr b="1" i="0" lang="en-US" sz="2200" u="none" cap="none" strike="noStrike">
                <a:solidFill>
                  <a:schemeClr val="dk1"/>
                </a:solidFill>
                <a:latin typeface="Times New Roman"/>
                <a:ea typeface="Times New Roman"/>
                <a:cs typeface="Times New Roman"/>
                <a:sym typeface="Times New Roman"/>
              </a:rPr>
              <a:t> </a:t>
            </a:r>
            <a:r>
              <a:rPr b="1" i="0" lang="en-US" sz="2200" u="none" cap="none" strike="noStrike">
                <a:solidFill>
                  <a:srgbClr val="282828"/>
                </a:solidFill>
                <a:latin typeface="Times New Roman"/>
                <a:ea typeface="Times New Roman"/>
                <a:cs typeface="Times New Roman"/>
                <a:sym typeface="Times New Roman"/>
              </a:rPr>
              <a:t>A review on Automated Annotation System for Document Text Images</a:t>
            </a:r>
            <a:r>
              <a:rPr b="0" i="0" lang="en-US" sz="2200" u="none" cap="none" strike="noStrike">
                <a:solidFill>
                  <a:schemeClr val="dk1"/>
                </a:solidFill>
                <a:latin typeface="Times New Roman"/>
                <a:ea typeface="Times New Roman"/>
                <a:cs typeface="Times New Roman"/>
                <a:sym typeface="Times New Roman"/>
              </a:rPr>
              <a:t>” at the 2024 International Conference on Cognitive, Green, and Ubiquitous Computing (IC-CGU) and the paper got accepted.</a:t>
            </a:r>
            <a:endParaRPr b="0" i="0" sz="2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Times New Roman"/>
                <a:ea typeface="Times New Roman"/>
                <a:cs typeface="Times New Roman"/>
                <a:sym typeface="Times New Roman"/>
              </a:rPr>
              <a:t>The proof of submission and acceptance are in the following slides:</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2ce4390e7e3_0_109"/>
          <p:cNvSpPr txBox="1"/>
          <p:nvPr/>
        </p:nvSpPr>
        <p:spPr>
          <a:xfrm>
            <a:off x="961599" y="3364874"/>
            <a:ext cx="11399400" cy="4002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         </a:t>
            </a:r>
            <a:endParaRPr b="0" i="0" sz="1500" u="none" cap="none" strike="noStrike">
              <a:solidFill>
                <a:srgbClr val="000000"/>
              </a:solidFill>
              <a:latin typeface="Arial"/>
              <a:ea typeface="Arial"/>
              <a:cs typeface="Arial"/>
              <a:sym typeface="Arial"/>
            </a:endParaRPr>
          </a:p>
        </p:txBody>
      </p:sp>
      <p:pic>
        <p:nvPicPr>
          <p:cNvPr descr="Google Shape;250;p16" id="139" name="Google Shape;139;g2ce4390e7e3_0_109"/>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40" name="Google Shape;140;g2ce4390e7e3_0_109"/>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i="0" lang="en-US" sz="2200" u="none" cap="none" strike="noStrike">
                <a:solidFill>
                  <a:schemeClr val="dk1"/>
                </a:solidFill>
                <a:latin typeface="Arial Rounded"/>
                <a:ea typeface="Arial Rounded"/>
                <a:cs typeface="Arial Rounded"/>
                <a:sym typeface="Arial Rounded"/>
              </a:rPr>
              <a:t>Phase-II Final Review</a:t>
            </a:r>
            <a:endParaRPr b="0" i="0" sz="1400" u="none" cap="none" strike="noStrike">
              <a:solidFill>
                <a:srgbClr val="000000"/>
              </a:solidFill>
              <a:latin typeface="Arial"/>
              <a:ea typeface="Arial"/>
              <a:cs typeface="Arial"/>
              <a:sym typeface="Arial"/>
            </a:endParaRPr>
          </a:p>
        </p:txBody>
      </p:sp>
      <p:sp>
        <p:nvSpPr>
          <p:cNvPr id="141" name="Google Shape;141;g2ce4390e7e3_0_109"/>
          <p:cNvSpPr txBox="1"/>
          <p:nvPr/>
        </p:nvSpPr>
        <p:spPr>
          <a:xfrm>
            <a:off x="219160" y="920950"/>
            <a:ext cx="7308300" cy="954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Publication status of Review Paper</a:t>
            </a:r>
            <a:r>
              <a:rPr b="1" i="0" lang="en-US" sz="2800" u="none" cap="none" strike="noStrike">
                <a:solidFill>
                  <a:srgbClr val="000000"/>
                </a:solidFill>
                <a:latin typeface="Arial"/>
                <a:ea typeface="Arial"/>
                <a:cs typeface="Arial"/>
                <a:sym typeface="Arial"/>
              </a:rPr>
              <a:t>:</a:t>
            </a:r>
            <a:r>
              <a:rPr b="0" i="0" lang="en-US" sz="2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42" name="Google Shape;142;g2ce4390e7e3_0_109"/>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pic>
        <p:nvPicPr>
          <p:cNvPr id="143" name="Google Shape;143;g2ce4390e7e3_0_109"/>
          <p:cNvPicPr preferRelativeResize="0"/>
          <p:nvPr/>
        </p:nvPicPr>
        <p:blipFill rotWithShape="1">
          <a:blip r:embed="rId4">
            <a:alphaModFix/>
          </a:blip>
          <a:srcRect b="0" l="0" r="0" t="0"/>
          <a:stretch/>
        </p:blipFill>
        <p:spPr>
          <a:xfrm>
            <a:off x="2377825" y="1991275"/>
            <a:ext cx="7308298" cy="3856500"/>
          </a:xfrm>
          <a:prstGeom prst="rect">
            <a:avLst/>
          </a:prstGeom>
          <a:noFill/>
          <a:ln>
            <a:noFill/>
          </a:ln>
        </p:spPr>
      </p:pic>
      <p:sp>
        <p:nvSpPr>
          <p:cNvPr id="144" name="Google Shape;144;g2ce4390e7e3_0_109"/>
          <p:cNvSpPr txBox="1"/>
          <p:nvPr/>
        </p:nvSpPr>
        <p:spPr>
          <a:xfrm>
            <a:off x="2743200" y="5979375"/>
            <a:ext cx="65244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           Fig 3: Review Paper Submission</a:t>
            </a:r>
            <a:endParaRPr b="1"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2ce4390e7e3_0_80"/>
          <p:cNvSpPr txBox="1"/>
          <p:nvPr/>
        </p:nvSpPr>
        <p:spPr>
          <a:xfrm>
            <a:off x="233674" y="2349949"/>
            <a:ext cx="11399400" cy="30015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               </a:t>
            </a:r>
            <a:r>
              <a:rPr b="0" i="0" lang="en-US" sz="2100" u="none" cap="none" strike="noStrike">
                <a:solidFill>
                  <a:srgbClr val="000000"/>
                </a:solidFill>
                <a:latin typeface="Times New Roman"/>
                <a:ea typeface="Times New Roman"/>
                <a:cs typeface="Times New Roman"/>
                <a:sym typeface="Times New Roman"/>
              </a:rPr>
              <a:t>In conclusion, an Automated Annotation System designed for document text images brings transformative benefits to various industries. By leveraging advanced image processing techniques, such as Optical Character Recognition (OCR) and deep learning algorithms, this system significantly enhances document analysis, data extraction, and information retrieval processes. It optimizes efficiency, accuracy, and productivity by automating the time-consuming task of manual annotation. This system finds applications in areas ranging from digitizing historical archives and cataloging large document databases to aiding in content indexing and semantic understanding. As technology continues to advance, the development and adoption of Automated Annotation Systems for Document Text Images hold the promise of revolutionizing the way we interact with and extract knowledge from textual documents.</a:t>
            </a:r>
            <a:endParaRPr b="0" i="0" sz="1500" u="none" cap="none" strike="noStrike">
              <a:solidFill>
                <a:srgbClr val="000000"/>
              </a:solidFill>
              <a:latin typeface="Arial"/>
              <a:ea typeface="Arial"/>
              <a:cs typeface="Arial"/>
              <a:sym typeface="Arial"/>
            </a:endParaRPr>
          </a:p>
        </p:txBody>
      </p:sp>
      <p:pic>
        <p:nvPicPr>
          <p:cNvPr descr="Google Shape;250;p16" id="150" name="Google Shape;150;g2ce4390e7e3_0_80"/>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51" name="Google Shape;151;g2ce4390e7e3_0_80"/>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i="0" lang="en-US" sz="2200" u="none" cap="none" strike="noStrike">
                <a:solidFill>
                  <a:schemeClr val="dk1"/>
                </a:solidFill>
                <a:latin typeface="Arial Rounded"/>
                <a:ea typeface="Arial Rounded"/>
                <a:cs typeface="Arial Rounded"/>
                <a:sym typeface="Arial Rounded"/>
              </a:rPr>
              <a:t>Phase-II Final Review</a:t>
            </a:r>
            <a:endParaRPr b="0" i="0" sz="1400" u="none" cap="none" strike="noStrike">
              <a:solidFill>
                <a:srgbClr val="000000"/>
              </a:solidFill>
              <a:latin typeface="Arial"/>
              <a:ea typeface="Arial"/>
              <a:cs typeface="Arial"/>
              <a:sym typeface="Arial"/>
            </a:endParaRPr>
          </a:p>
        </p:txBody>
      </p:sp>
      <p:sp>
        <p:nvSpPr>
          <p:cNvPr id="152" name="Google Shape;152;g2ce4390e7e3_0_80"/>
          <p:cNvSpPr txBox="1"/>
          <p:nvPr/>
        </p:nvSpPr>
        <p:spPr>
          <a:xfrm>
            <a:off x="233660" y="1210950"/>
            <a:ext cx="7308300" cy="954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Conclusion </a:t>
            </a:r>
            <a:r>
              <a:rPr b="1" i="0" lang="en-US" sz="2800" u="none" cap="none" strike="noStrike">
                <a:solidFill>
                  <a:srgbClr val="000000"/>
                </a:solidFill>
                <a:latin typeface="Arial"/>
                <a:ea typeface="Arial"/>
                <a:cs typeface="Arial"/>
                <a:sym typeface="Arial"/>
              </a:rPr>
              <a:t>:</a:t>
            </a:r>
            <a:r>
              <a:rPr b="0" i="0" lang="en-US" sz="2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53" name="Google Shape;153;g2ce4390e7e3_0_80"/>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Google Shape;205;g2826546880a_3_4" id="158" name="Google Shape;158;g2ce4390e7e3_0_121"/>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59" name="Google Shape;159;g2ce4390e7e3_0_121"/>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200"/>
              <a:buFont typeface="Arial Rounded"/>
              <a:buNone/>
            </a:pPr>
            <a:r>
              <a:rPr b="1" i="0" lang="en-US" sz="2200" u="none" cap="none" strike="noStrike">
                <a:solidFill>
                  <a:schemeClr val="dk1"/>
                </a:solidFill>
                <a:latin typeface="Arial Rounded"/>
                <a:ea typeface="Arial Rounded"/>
                <a:cs typeface="Arial Rounded"/>
                <a:sym typeface="Arial Rounded"/>
              </a:rPr>
              <a:t>MAJOR Project Phase-II Final Review</a:t>
            </a:r>
            <a:endParaRPr b="0" i="0" sz="1400" u="none" cap="none" strike="noStrike">
              <a:solidFill>
                <a:srgbClr val="000000"/>
              </a:solidFill>
              <a:latin typeface="Arial"/>
              <a:ea typeface="Arial"/>
              <a:cs typeface="Arial"/>
              <a:sym typeface="Arial"/>
            </a:endParaRPr>
          </a:p>
        </p:txBody>
      </p:sp>
      <p:sp>
        <p:nvSpPr>
          <p:cNvPr id="160" name="Google Shape;160;g2ce4390e7e3_0_121"/>
          <p:cNvSpPr txBox="1"/>
          <p:nvPr/>
        </p:nvSpPr>
        <p:spPr>
          <a:xfrm>
            <a:off x="248175" y="1210417"/>
            <a:ext cx="10980600" cy="480300"/>
          </a:xfrm>
          <a:prstGeom prst="rect">
            <a:avLst/>
          </a:prstGeom>
          <a:noFill/>
          <a:ln>
            <a:noFill/>
          </a:ln>
        </p:spPr>
        <p:txBody>
          <a:bodyPr anchorCtr="0" anchor="t" bIns="45675" lIns="45675" spcFirstLastPara="1" rIns="45675" wrap="square" tIns="45675">
            <a:spAutoFit/>
          </a:bodyPr>
          <a:lstStyle/>
          <a:p>
            <a:pPr indent="0" lvl="0" marL="0" marR="0" rtl="0" algn="l">
              <a:lnSpc>
                <a:spcPct val="90000"/>
              </a:lnSpc>
              <a:spcBef>
                <a:spcPts val="0"/>
              </a:spcBef>
              <a:spcAft>
                <a:spcPts val="0"/>
              </a:spcAft>
              <a:buClr>
                <a:schemeClr val="dk1"/>
              </a:buClr>
              <a:buSzPts val="4717"/>
              <a:buFont typeface="Calibri"/>
              <a:buNone/>
            </a:pPr>
            <a:r>
              <a:rPr b="1" i="0" lang="en-US" sz="2800" u="none" cap="none" strike="noStrike">
                <a:solidFill>
                  <a:schemeClr val="dk1"/>
                </a:solidFill>
                <a:latin typeface="Times New Roman"/>
                <a:ea typeface="Times New Roman"/>
                <a:cs typeface="Times New Roman"/>
                <a:sym typeface="Times New Roman"/>
              </a:rPr>
              <a:t>Snapshots:</a:t>
            </a:r>
            <a:endParaRPr b="1" i="0" sz="2800" u="none" cap="none" strike="noStrike">
              <a:solidFill>
                <a:srgbClr val="000000"/>
              </a:solidFill>
              <a:latin typeface="Arial"/>
              <a:ea typeface="Arial"/>
              <a:cs typeface="Arial"/>
              <a:sym typeface="Arial"/>
            </a:endParaRPr>
          </a:p>
        </p:txBody>
      </p:sp>
      <p:pic>
        <p:nvPicPr>
          <p:cNvPr id="161" name="Google Shape;161;g2ce4390e7e3_0_121"/>
          <p:cNvPicPr preferRelativeResize="0"/>
          <p:nvPr/>
        </p:nvPicPr>
        <p:blipFill rotWithShape="1">
          <a:blip r:embed="rId4">
            <a:alphaModFix/>
          </a:blip>
          <a:srcRect b="0" l="0" r="0" t="0"/>
          <a:stretch/>
        </p:blipFill>
        <p:spPr>
          <a:xfrm>
            <a:off x="4225650" y="1426700"/>
            <a:ext cx="3740700" cy="4851024"/>
          </a:xfrm>
          <a:prstGeom prst="rect">
            <a:avLst/>
          </a:prstGeom>
          <a:noFill/>
          <a:ln>
            <a:noFill/>
          </a:ln>
        </p:spPr>
      </p:pic>
      <p:sp>
        <p:nvSpPr>
          <p:cNvPr id="162" name="Google Shape;162;g2ce4390e7e3_0_121"/>
          <p:cNvSpPr txBox="1"/>
          <p:nvPr/>
        </p:nvSpPr>
        <p:spPr>
          <a:xfrm>
            <a:off x="4138675" y="5979350"/>
            <a:ext cx="5205000" cy="49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Fig 4: Annotated image</a:t>
            </a:r>
            <a:endParaRPr b="1"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2ce4390e7e3_0_64"/>
          <p:cNvSpPr txBox="1"/>
          <p:nvPr/>
        </p:nvSpPr>
        <p:spPr>
          <a:xfrm>
            <a:off x="233674" y="2349949"/>
            <a:ext cx="11399400" cy="4002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               </a:t>
            </a:r>
            <a:endParaRPr b="0" i="0" sz="1500" u="none" cap="none" strike="noStrike">
              <a:solidFill>
                <a:srgbClr val="000000"/>
              </a:solidFill>
              <a:latin typeface="Arial"/>
              <a:ea typeface="Arial"/>
              <a:cs typeface="Arial"/>
              <a:sym typeface="Arial"/>
            </a:endParaRPr>
          </a:p>
        </p:txBody>
      </p:sp>
      <p:pic>
        <p:nvPicPr>
          <p:cNvPr descr="Google Shape;250;p16" id="168" name="Google Shape;168;g2ce4390e7e3_0_64"/>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69" name="Google Shape;169;g2ce4390e7e3_0_64"/>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i="0" lang="en-US" sz="2200" u="none" cap="none" strike="noStrike">
                <a:solidFill>
                  <a:schemeClr val="dk1"/>
                </a:solidFill>
                <a:latin typeface="Arial Rounded"/>
                <a:ea typeface="Arial Rounded"/>
                <a:cs typeface="Arial Rounded"/>
                <a:sym typeface="Arial Rounded"/>
              </a:rPr>
              <a:t>Phase-II Final Review</a:t>
            </a:r>
            <a:endParaRPr b="0" i="0" sz="1400" u="none" cap="none" strike="noStrike">
              <a:solidFill>
                <a:srgbClr val="000000"/>
              </a:solidFill>
              <a:latin typeface="Arial"/>
              <a:ea typeface="Arial"/>
              <a:cs typeface="Arial"/>
              <a:sym typeface="Arial"/>
            </a:endParaRPr>
          </a:p>
        </p:txBody>
      </p:sp>
      <p:sp>
        <p:nvSpPr>
          <p:cNvPr id="170" name="Google Shape;170;g2ce4390e7e3_0_64"/>
          <p:cNvSpPr txBox="1"/>
          <p:nvPr/>
        </p:nvSpPr>
        <p:spPr>
          <a:xfrm>
            <a:off x="233685" y="877450"/>
            <a:ext cx="7308300" cy="954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Snapshots</a:t>
            </a:r>
            <a:r>
              <a:rPr b="1" i="0" lang="en-US" sz="2800" u="none" cap="none" strike="noStrike">
                <a:solidFill>
                  <a:srgbClr val="000000"/>
                </a:solidFill>
                <a:latin typeface="Arial"/>
                <a:ea typeface="Arial"/>
                <a:cs typeface="Arial"/>
                <a:sym typeface="Arial"/>
              </a:rPr>
              <a:t>:</a:t>
            </a:r>
            <a:r>
              <a:rPr b="0" i="0" lang="en-US" sz="2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1" name="Google Shape;171;g2ce4390e7e3_0_64"/>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pic>
        <p:nvPicPr>
          <p:cNvPr id="172" name="Google Shape;172;g2ce4390e7e3_0_64"/>
          <p:cNvPicPr preferRelativeResize="0"/>
          <p:nvPr/>
        </p:nvPicPr>
        <p:blipFill rotWithShape="1">
          <a:blip r:embed="rId4">
            <a:alphaModFix/>
          </a:blip>
          <a:srcRect b="0" l="0" r="0" t="0"/>
          <a:stretch/>
        </p:blipFill>
        <p:spPr>
          <a:xfrm>
            <a:off x="3943475" y="1412200"/>
            <a:ext cx="4164326" cy="4683151"/>
          </a:xfrm>
          <a:prstGeom prst="rect">
            <a:avLst/>
          </a:prstGeom>
          <a:noFill/>
          <a:ln>
            <a:noFill/>
          </a:ln>
        </p:spPr>
      </p:pic>
      <p:sp>
        <p:nvSpPr>
          <p:cNvPr id="173" name="Google Shape;173;g2ce4390e7e3_0_64"/>
          <p:cNvSpPr txBox="1"/>
          <p:nvPr/>
        </p:nvSpPr>
        <p:spPr>
          <a:xfrm>
            <a:off x="4120625" y="6095350"/>
            <a:ext cx="43206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Fig 5: Annotated Image</a:t>
            </a:r>
            <a:endParaRPr b="1" i="0" sz="2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2ce4390e7e3_0_88"/>
          <p:cNvSpPr txBox="1"/>
          <p:nvPr/>
        </p:nvSpPr>
        <p:spPr>
          <a:xfrm>
            <a:off x="233674" y="2349949"/>
            <a:ext cx="11399400" cy="400200"/>
          </a:xfrm>
          <a:prstGeom prst="rect">
            <a:avLst/>
          </a:prstGeom>
          <a:noFill/>
          <a:ln>
            <a:noFill/>
          </a:ln>
        </p:spPr>
        <p:txBody>
          <a:bodyPr anchorCtr="0" anchor="t" bIns="45675" lIns="45675" spcFirstLastPara="1" rIns="45675" wrap="square" tIns="45675">
            <a:spAutoFit/>
          </a:bodyPr>
          <a:lstStyle/>
          <a:p>
            <a:pPr indent="0" lvl="0" marL="0" marR="0" rtl="0" algn="just">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               </a:t>
            </a:r>
            <a:endParaRPr b="0" i="0" sz="1500" u="none" cap="none" strike="noStrike">
              <a:solidFill>
                <a:srgbClr val="000000"/>
              </a:solidFill>
              <a:latin typeface="Arial"/>
              <a:ea typeface="Arial"/>
              <a:cs typeface="Arial"/>
              <a:sym typeface="Arial"/>
            </a:endParaRPr>
          </a:p>
        </p:txBody>
      </p:sp>
      <p:pic>
        <p:nvPicPr>
          <p:cNvPr descr="Google Shape;250;p16" id="179" name="Google Shape;179;g2ce4390e7e3_0_88"/>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80" name="Google Shape;180;g2ce4390e7e3_0_88"/>
          <p:cNvSpPr txBox="1"/>
          <p:nvPr/>
        </p:nvSpPr>
        <p:spPr>
          <a:xfrm>
            <a:off x="1331799" y="102214"/>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MAJOR Project </a:t>
            </a:r>
            <a:r>
              <a:rPr b="1" i="0" lang="en-US" sz="2200" u="none" cap="none" strike="noStrike">
                <a:solidFill>
                  <a:schemeClr val="dk1"/>
                </a:solidFill>
                <a:latin typeface="Arial Rounded"/>
                <a:ea typeface="Arial Rounded"/>
                <a:cs typeface="Arial Rounded"/>
                <a:sym typeface="Arial Rounded"/>
              </a:rPr>
              <a:t>Phase-II Final Review</a:t>
            </a:r>
            <a:endParaRPr b="0" i="0" sz="1400" u="none" cap="none" strike="noStrike">
              <a:solidFill>
                <a:srgbClr val="000000"/>
              </a:solidFill>
              <a:latin typeface="Arial"/>
              <a:ea typeface="Arial"/>
              <a:cs typeface="Arial"/>
              <a:sym typeface="Arial"/>
            </a:endParaRPr>
          </a:p>
        </p:txBody>
      </p:sp>
      <p:sp>
        <p:nvSpPr>
          <p:cNvPr id="181" name="Google Shape;181;g2ce4390e7e3_0_88"/>
          <p:cNvSpPr txBox="1"/>
          <p:nvPr/>
        </p:nvSpPr>
        <p:spPr>
          <a:xfrm>
            <a:off x="233660" y="1210950"/>
            <a:ext cx="7308300" cy="954300"/>
          </a:xfrm>
          <a:prstGeom prst="rect">
            <a:avLst/>
          </a:prstGeom>
          <a:noFill/>
          <a:ln>
            <a:noFill/>
          </a:ln>
        </p:spPr>
        <p:txBody>
          <a:bodyPr anchorCtr="0" anchor="t" bIns="45675" lIns="45675" spcFirstLastPara="1" rIns="45675" wrap="square" tIns="4567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1" i="0" lang="en-US" sz="2800" u="none" cap="none" strike="noStrike">
                <a:solidFill>
                  <a:srgbClr val="000000"/>
                </a:solidFill>
                <a:latin typeface="Times New Roman"/>
                <a:ea typeface="Times New Roman"/>
                <a:cs typeface="Times New Roman"/>
                <a:sym typeface="Times New Roman"/>
              </a:rPr>
              <a:t>Proof for Publication </a:t>
            </a:r>
            <a:r>
              <a:rPr b="1" i="0" lang="en-US" sz="2800" u="none" cap="none" strike="noStrike">
                <a:solidFill>
                  <a:srgbClr val="000000"/>
                </a:solidFill>
                <a:latin typeface="Arial"/>
                <a:ea typeface="Arial"/>
                <a:cs typeface="Arial"/>
                <a:sym typeface="Arial"/>
              </a:rPr>
              <a:t>:</a:t>
            </a:r>
            <a:r>
              <a:rPr b="0" i="0" lang="en-US" sz="2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82" name="Google Shape;182;g2ce4390e7e3_0_88"/>
          <p:cNvSpPr txBox="1"/>
          <p:nvPr>
            <p:ph idx="12" type="sldNum"/>
          </p:nvPr>
        </p:nvSpPr>
        <p:spPr>
          <a:xfrm>
            <a:off x="11095216" y="6414769"/>
            <a:ext cx="258600" cy="276900"/>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pic>
        <p:nvPicPr>
          <p:cNvPr id="183" name="Google Shape;183;g2ce4390e7e3_0_88"/>
          <p:cNvPicPr preferRelativeResize="0"/>
          <p:nvPr/>
        </p:nvPicPr>
        <p:blipFill rotWithShape="1">
          <a:blip r:embed="rId4">
            <a:alphaModFix/>
          </a:blip>
          <a:srcRect b="0" l="0" r="0" t="0"/>
          <a:stretch/>
        </p:blipFill>
        <p:spPr>
          <a:xfrm>
            <a:off x="2380725" y="2513225"/>
            <a:ext cx="7308298" cy="3683625"/>
          </a:xfrm>
          <a:prstGeom prst="rect">
            <a:avLst/>
          </a:prstGeom>
          <a:noFill/>
          <a:ln>
            <a:noFill/>
          </a:ln>
        </p:spPr>
      </p:pic>
      <p:sp>
        <p:nvSpPr>
          <p:cNvPr id="184" name="Google Shape;184;g2ce4390e7e3_0_88"/>
          <p:cNvSpPr txBox="1"/>
          <p:nvPr/>
        </p:nvSpPr>
        <p:spPr>
          <a:xfrm>
            <a:off x="3105675" y="6196850"/>
            <a:ext cx="66840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Fig 6: Paper Acceptance for Review paper</a:t>
            </a:r>
            <a:r>
              <a:rPr b="0" i="0" lang="en-US" sz="2800" u="none" cap="none" strike="noStrike">
                <a:solidFill>
                  <a:srgbClr val="000000"/>
                </a:solidFill>
                <a:latin typeface="Calibri"/>
                <a:ea typeface="Calibri"/>
                <a:cs typeface="Calibri"/>
                <a:sym typeface="Calibri"/>
              </a:rPr>
              <a:t> </a:t>
            </a:r>
            <a:endParaRPr b="0" i="0" sz="2800"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txBox="1"/>
          <p:nvPr>
            <p:ph idx="4294967295" type="ctrTitle"/>
          </p:nvPr>
        </p:nvSpPr>
        <p:spPr>
          <a:xfrm>
            <a:off x="931103" y="1880745"/>
            <a:ext cx="10487219" cy="4977253"/>
          </a:xfrm>
          <a:prstGeom prst="rect">
            <a:avLst/>
          </a:prstGeom>
          <a:noFill/>
          <a:ln>
            <a:noFill/>
          </a:ln>
        </p:spPr>
        <p:txBody>
          <a:bodyPr anchorCtr="0" anchor="b" bIns="45675" lIns="45675" spcFirstLastPara="1" rIns="45675" wrap="square" tIns="45675">
            <a:normAutofit/>
          </a:bodyPr>
          <a:lstStyle/>
          <a:p>
            <a:pPr indent="0" lvl="0" marL="0" marR="0" rtl="0" algn="ctr">
              <a:lnSpc>
                <a:spcPct val="90000"/>
              </a:lnSpc>
              <a:spcBef>
                <a:spcPts val="0"/>
              </a:spcBef>
              <a:spcAft>
                <a:spcPts val="0"/>
              </a:spcAft>
              <a:buClr>
                <a:srgbClr val="000000"/>
              </a:buClr>
              <a:buSzPts val="4000"/>
              <a:buFont typeface="Arial Rounded"/>
              <a:buNone/>
            </a:pPr>
            <a:r>
              <a:rPr b="1" i="0" lang="en-US" sz="4000" u="none" cap="none" strike="noStrike">
                <a:solidFill>
                  <a:srgbClr val="000000"/>
                </a:solidFill>
                <a:latin typeface="Arial Rounded"/>
                <a:ea typeface="Arial Rounded"/>
                <a:cs typeface="Arial Rounded"/>
                <a:sym typeface="Arial Rounded"/>
              </a:rPr>
              <a:t>THANK YOU  &amp; QUERY</a:t>
            </a:r>
            <a:br>
              <a:rPr b="1" i="0" lang="en-US" sz="4000" u="none" cap="none" strike="noStrike">
                <a:solidFill>
                  <a:srgbClr val="000000"/>
                </a:solidFill>
                <a:latin typeface="Arial Rounded"/>
                <a:ea typeface="Arial Rounded"/>
                <a:cs typeface="Arial Rounded"/>
                <a:sym typeface="Arial Rounded"/>
              </a:rPr>
            </a:br>
            <a:br>
              <a:rPr b="1" i="0" lang="en-US" sz="4000" u="none" cap="none" strike="noStrike">
                <a:solidFill>
                  <a:srgbClr val="000000"/>
                </a:solidFill>
                <a:latin typeface="Arial Rounded"/>
                <a:ea typeface="Arial Rounded"/>
                <a:cs typeface="Arial Rounded"/>
                <a:sym typeface="Arial Rounded"/>
              </a:rPr>
            </a:br>
            <a:br>
              <a:rPr b="1" i="0" lang="en-US" sz="4000" u="none" cap="none" strike="noStrike">
                <a:solidFill>
                  <a:srgbClr val="000000"/>
                </a:solidFill>
                <a:latin typeface="Arial Rounded"/>
                <a:ea typeface="Arial Rounded"/>
                <a:cs typeface="Arial Rounded"/>
                <a:sym typeface="Arial Rounded"/>
              </a:rPr>
            </a:br>
            <a:br>
              <a:rPr b="1" i="0" lang="en-US" sz="4000" u="none" cap="none" strike="noStrike">
                <a:solidFill>
                  <a:srgbClr val="000000"/>
                </a:solidFill>
                <a:latin typeface="Arial Rounded"/>
                <a:ea typeface="Arial Rounded"/>
                <a:cs typeface="Arial Rounded"/>
                <a:sym typeface="Arial Rounded"/>
              </a:rPr>
            </a:br>
            <a:br>
              <a:rPr b="1" i="0" lang="en-US" sz="4000" u="none" cap="none" strike="noStrike">
                <a:solidFill>
                  <a:srgbClr val="000000"/>
                </a:solidFill>
                <a:latin typeface="Arial Rounded"/>
                <a:ea typeface="Arial Rounded"/>
                <a:cs typeface="Arial Rounded"/>
                <a:sym typeface="Arial Rounded"/>
              </a:rPr>
            </a:br>
            <a:endParaRPr b="0" i="0" sz="4400" u="none" cap="none" strike="noStrike">
              <a:solidFill>
                <a:srgbClr val="000000"/>
              </a:solidFill>
              <a:latin typeface="Calibri"/>
              <a:ea typeface="Calibri"/>
              <a:cs typeface="Calibri"/>
              <a:sym typeface="Calibri"/>
            </a:endParaRPr>
          </a:p>
        </p:txBody>
      </p:sp>
      <p:pic>
        <p:nvPicPr>
          <p:cNvPr descr="Google Shape;270;p18" id="190" name="Google Shape;190;p21"/>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91" name="Google Shape;191;p21"/>
          <p:cNvSpPr txBox="1"/>
          <p:nvPr/>
        </p:nvSpPr>
        <p:spPr>
          <a:xfrm>
            <a:off x="1371061" y="-42661"/>
            <a:ext cx="10659000" cy="1108200"/>
          </a:xfrm>
          <a:prstGeom prst="rect">
            <a:avLst/>
          </a:prstGeom>
          <a:noFill/>
          <a:ln>
            <a:noFill/>
          </a:ln>
        </p:spPr>
        <p:txBody>
          <a:bodyPr anchorCtr="0" anchor="t" bIns="45675" lIns="45675" spcFirstLastPara="1" rIns="45675" wrap="square" tIns="45675">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200"/>
              <a:buFont typeface="Arial Rounded"/>
              <a:buNone/>
            </a:pPr>
            <a:r>
              <a:rPr b="0" i="0" lang="en-US" sz="1400" u="none" cap="none" strike="noStrike">
                <a:solidFill>
                  <a:schemeClr val="dk1"/>
                </a:solidFill>
                <a:latin typeface="Arial"/>
                <a:ea typeface="Arial"/>
                <a:cs typeface="Arial"/>
                <a:sym typeface="Arial"/>
              </a:rPr>
              <a:t>                                                        </a:t>
            </a:r>
            <a:r>
              <a:rPr b="1" i="0" lang="en-US" sz="2200" u="none" cap="none" strike="noStrike">
                <a:solidFill>
                  <a:schemeClr val="dk1"/>
                </a:solidFill>
                <a:latin typeface="Arial Rounded"/>
                <a:ea typeface="Arial Rounded"/>
                <a:cs typeface="Arial Rounded"/>
                <a:sym typeface="Arial Rounded"/>
              </a:rPr>
              <a:t>MAJOR Project Phase-II Final Review</a:t>
            </a:r>
            <a:endParaRPr b="1" i="0" sz="2200" u="none" cap="none" strike="noStrike">
              <a:solidFill>
                <a:srgbClr val="000000"/>
              </a:solidFill>
              <a:latin typeface="Arial Rounded"/>
              <a:ea typeface="Arial Rounded"/>
              <a:cs typeface="Arial Rounded"/>
              <a:sym typeface="Arial Rounded"/>
            </a:endParaRPr>
          </a:p>
        </p:txBody>
      </p:sp>
      <p:sp>
        <p:nvSpPr>
          <p:cNvPr id="192" name="Google Shape;192;p21"/>
          <p:cNvSpPr txBox="1"/>
          <p:nvPr>
            <p:ph idx="12" type="sldNum"/>
          </p:nvPr>
        </p:nvSpPr>
        <p:spPr>
          <a:xfrm>
            <a:off x="11095216" y="6414769"/>
            <a:ext cx="258584" cy="248266"/>
          </a:xfrm>
          <a:prstGeom prst="rect">
            <a:avLst/>
          </a:prstGeom>
          <a:noFill/>
          <a:ln>
            <a:noFill/>
          </a:ln>
        </p:spPr>
        <p:txBody>
          <a:bodyPr anchorCtr="0" anchor="ctr" bIns="45675" lIns="45675" spcFirstLastPara="1" rIns="45675" wrap="square" tIns="45675">
            <a:sp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sz="1200">
                <a:solidFill>
                  <a:srgbClr val="888888"/>
                </a:solidFill>
                <a:latin typeface="Calibri"/>
                <a:ea typeface="Calibri"/>
                <a:cs typeface="Calibri"/>
                <a:sym typeface="Calibri"/>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