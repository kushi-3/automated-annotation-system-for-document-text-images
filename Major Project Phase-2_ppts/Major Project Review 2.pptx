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7" roundtripDataSignature="AMtx7mj+YPSdJ/bC5kNeMUD/SaRktxcuV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628823BE-3C10-4B97-A690-FEFBDDBC875D}">
  <a:tblStyle styleId="{628823BE-3C10-4B97-A690-FEFBDDBC875D}" styleName="Table_0">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1" d="100"/>
          <a:sy n="91" d="100"/>
        </p:scale>
        <p:origin x="341"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 name="Google Shape;4;n"/>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p1: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8" name="Google Shape;58;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
        <p:cNvGrpSpPr/>
        <p:nvPr/>
      </p:nvGrpSpPr>
      <p:grpSpPr>
        <a:xfrm>
          <a:off x="0" y="0"/>
          <a:ext cx="0" cy="0"/>
          <a:chOff x="0" y="0"/>
          <a:chExt cx="0" cy="0"/>
        </a:xfrm>
      </p:grpSpPr>
      <p:sp>
        <p:nvSpPr>
          <p:cNvPr id="67" name="Google Shape;67;g2b398b6531d_0_0: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8" name="Google Shape;68;g2b398b6531d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p:cNvGrpSpPr/>
        <p:nvPr/>
      </p:nvGrpSpPr>
      <p:grpSpPr>
        <a:xfrm>
          <a:off x="0" y="0"/>
          <a:ext cx="0" cy="0"/>
          <a:chOff x="0" y="0"/>
          <a:chExt cx="0" cy="0"/>
        </a:xfrm>
      </p:grpSpPr>
      <p:sp>
        <p:nvSpPr>
          <p:cNvPr id="76" name="Google Shape;76;p11: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7" name="Google Shape;77;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2: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 name="Google Shape;86;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g29ce8367354_2_10: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 name="Google Shape;94;g29ce8367354_2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g2b3ccc60d3d_1_24: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6" name="Google Shape;106;g2b3ccc60d3d_1_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g2c2692669a5_0_10: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g2c2692669a5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g26ba4dd4811_1_7: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9" name="Google Shape;129;g26ba4dd4811_1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g2b3ccc60d3d_1_13: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0" name="Google Shape;140;g2b3ccc60d3d_1_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g2c2692669a5_0_34: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2" name="Google Shape;152;g2c2692669a5_0_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g26ba4dd4811_1_18: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3" name="Google Shape;163;g26ba4dd4811_1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2b398b6531d_0_8: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4" name="Google Shape;174;g2b398b6531d_0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g2b398b6531d_0_33: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5" name="Google Shape;185;g2b398b6531d_0_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g26ba4dd4811_0_2: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6" name="Google Shape;196;g26ba4dd4811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p15: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7" name="Google Shape;207;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p:cNvGrpSpPr/>
        <p:nvPr/>
      </p:nvGrpSpPr>
      <p:grpSpPr>
        <a:xfrm>
          <a:off x="0" y="0"/>
          <a:ext cx="0" cy="0"/>
          <a:chOff x="0" y="0"/>
          <a:chExt cx="0" cy="0"/>
        </a:xfrm>
      </p:grpSpPr>
      <p:sp>
        <p:nvSpPr>
          <p:cNvPr id="215" name="Google Shape;215;g2c2692669a5_0_0: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6" name="Google Shape;216;g2c2692669a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p:cNvGrpSpPr/>
        <p:nvPr/>
      </p:nvGrpSpPr>
      <p:grpSpPr>
        <a:xfrm>
          <a:off x="0" y="0"/>
          <a:ext cx="0" cy="0"/>
          <a:chOff x="0" y="0"/>
          <a:chExt cx="0" cy="0"/>
        </a:xfrm>
      </p:grpSpPr>
      <p:sp>
        <p:nvSpPr>
          <p:cNvPr id="224" name="Google Shape;224;g29ce8367354_2_40: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5" name="Google Shape;225;g29ce8367354_2_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g2b43d7599d0_4_0: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4" name="Google Shape;234;g2b43d7599d0_4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
        <p:cNvGrpSpPr/>
        <p:nvPr/>
      </p:nvGrpSpPr>
      <p:grpSpPr>
        <a:xfrm>
          <a:off x="0" y="0"/>
          <a:ext cx="0" cy="0"/>
          <a:chOff x="0" y="0"/>
          <a:chExt cx="0" cy="0"/>
        </a:xfrm>
      </p:grpSpPr>
      <p:sp>
        <p:nvSpPr>
          <p:cNvPr id="242" name="Google Shape;242;g2b43d7599d0_4_9: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3" name="Google Shape;243;g2b43d7599d0_4_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p:cNvGrpSpPr/>
        <p:nvPr/>
      </p:nvGrpSpPr>
      <p:grpSpPr>
        <a:xfrm>
          <a:off x="0" y="0"/>
          <a:ext cx="0" cy="0"/>
          <a:chOff x="0" y="0"/>
          <a:chExt cx="0" cy="0"/>
        </a:xfrm>
      </p:grpSpPr>
      <p:sp>
        <p:nvSpPr>
          <p:cNvPr id="251" name="Google Shape;251;g2b43d7599d0_4_28: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2" name="Google Shape;252;g2b43d7599d0_4_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p:cNvGrpSpPr/>
        <p:nvPr/>
      </p:nvGrpSpPr>
      <p:grpSpPr>
        <a:xfrm>
          <a:off x="0" y="0"/>
          <a:ext cx="0" cy="0"/>
          <a:chOff x="0" y="0"/>
          <a:chExt cx="0" cy="0"/>
        </a:xfrm>
      </p:grpSpPr>
      <p:sp>
        <p:nvSpPr>
          <p:cNvPr id="260" name="Google Shape;260;p21: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61" name="Google Shape;261;p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type="title">
  <p:cSld name="TITLE">
    <p:spTree>
      <p:nvGrpSpPr>
        <p:cNvPr id="1" name="Shape 9"/>
        <p:cNvGrpSpPr/>
        <p:nvPr/>
      </p:nvGrpSpPr>
      <p:grpSpPr>
        <a:xfrm>
          <a:off x="0" y="0"/>
          <a:ext cx="0" cy="0"/>
          <a:chOff x="0" y="0"/>
          <a:chExt cx="0" cy="0"/>
        </a:xfrm>
      </p:grpSpPr>
      <p:sp>
        <p:nvSpPr>
          <p:cNvPr id="10" name="Google Shape;10;p23"/>
          <p:cNvSpPr txBox="1">
            <a:spLocks noGrp="1"/>
          </p:cNvSpPr>
          <p:nvPr>
            <p:ph type="title"/>
          </p:nvPr>
        </p:nvSpPr>
        <p:spPr>
          <a:xfrm>
            <a:off x="1524000" y="1122362"/>
            <a:ext cx="9144000" cy="2387601"/>
          </a:xfrm>
          <a:prstGeom prst="rect">
            <a:avLst/>
          </a:prstGeom>
          <a:noFill/>
          <a:ln>
            <a:noFill/>
          </a:ln>
        </p:spPr>
        <p:txBody>
          <a:bodyPr spcFirstLastPara="1" wrap="square" lIns="45675" tIns="45675" rIns="45675" bIns="45675" anchor="b" anchorCtr="0">
            <a:normAutofit/>
          </a:bodyPr>
          <a:lstStyle>
            <a:lvl1pPr lvl="0" algn="ctr">
              <a:lnSpc>
                <a:spcPct val="90000"/>
              </a:lnSpc>
              <a:spcBef>
                <a:spcPts val="0"/>
              </a:spcBef>
              <a:spcAft>
                <a:spcPts val="0"/>
              </a:spcAft>
              <a:buClr>
                <a:srgbClr val="000000"/>
              </a:buClr>
              <a:buSzPts val="6000"/>
              <a:buFont typeface="Calibri"/>
              <a:buNone/>
              <a:defRPr sz="6000"/>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a:endParaRPr/>
          </a:p>
        </p:txBody>
      </p:sp>
      <p:sp>
        <p:nvSpPr>
          <p:cNvPr id="11" name="Google Shape;11;p23"/>
          <p:cNvSpPr txBox="1">
            <a:spLocks noGrp="1"/>
          </p:cNvSpPr>
          <p:nvPr>
            <p:ph type="body" idx="1"/>
          </p:nvPr>
        </p:nvSpPr>
        <p:spPr>
          <a:xfrm>
            <a:off x="1524000" y="3602037"/>
            <a:ext cx="9144000" cy="1655763"/>
          </a:xfrm>
          <a:prstGeom prst="rect">
            <a:avLst/>
          </a:prstGeom>
          <a:noFill/>
          <a:ln>
            <a:noFill/>
          </a:ln>
        </p:spPr>
        <p:txBody>
          <a:bodyPr spcFirstLastPara="1" wrap="square" lIns="45675" tIns="45675" rIns="45675" bIns="45675" anchor="t" anchorCtr="0">
            <a:normAutofit/>
          </a:bodyPr>
          <a:lstStyle>
            <a:lvl1pPr marL="457200" lvl="0" indent="-228600" algn="ctr">
              <a:lnSpc>
                <a:spcPct val="90000"/>
              </a:lnSpc>
              <a:spcBef>
                <a:spcPts val="1000"/>
              </a:spcBef>
              <a:spcAft>
                <a:spcPts val="0"/>
              </a:spcAft>
              <a:buClr>
                <a:srgbClr val="000000"/>
              </a:buClr>
              <a:buSzPts val="2400"/>
              <a:buFont typeface="Calibri"/>
              <a:buNone/>
              <a:defRPr sz="2400"/>
            </a:lvl1pPr>
            <a:lvl2pPr marL="914400" lvl="1" indent="-228600" algn="ctr">
              <a:lnSpc>
                <a:spcPct val="90000"/>
              </a:lnSpc>
              <a:spcBef>
                <a:spcPts val="1000"/>
              </a:spcBef>
              <a:spcAft>
                <a:spcPts val="0"/>
              </a:spcAft>
              <a:buClr>
                <a:srgbClr val="000000"/>
              </a:buClr>
              <a:buSzPts val="2400"/>
              <a:buFont typeface="Calibri"/>
              <a:buNone/>
              <a:defRPr sz="2400"/>
            </a:lvl2pPr>
            <a:lvl3pPr marL="1371600" lvl="2" indent="-228600" algn="ctr">
              <a:lnSpc>
                <a:spcPct val="90000"/>
              </a:lnSpc>
              <a:spcBef>
                <a:spcPts val="1000"/>
              </a:spcBef>
              <a:spcAft>
                <a:spcPts val="0"/>
              </a:spcAft>
              <a:buClr>
                <a:srgbClr val="000000"/>
              </a:buClr>
              <a:buSzPts val="2400"/>
              <a:buFont typeface="Calibri"/>
              <a:buNone/>
              <a:defRPr sz="2400"/>
            </a:lvl3pPr>
            <a:lvl4pPr marL="1828800" lvl="3" indent="-228600" algn="ctr">
              <a:lnSpc>
                <a:spcPct val="90000"/>
              </a:lnSpc>
              <a:spcBef>
                <a:spcPts val="1000"/>
              </a:spcBef>
              <a:spcAft>
                <a:spcPts val="0"/>
              </a:spcAft>
              <a:buClr>
                <a:srgbClr val="000000"/>
              </a:buClr>
              <a:buSzPts val="2400"/>
              <a:buFont typeface="Calibri"/>
              <a:buNone/>
              <a:defRPr sz="2400"/>
            </a:lvl4pPr>
            <a:lvl5pPr marL="2286000" lvl="4" indent="-228600" algn="ctr">
              <a:lnSpc>
                <a:spcPct val="90000"/>
              </a:lnSpc>
              <a:spcBef>
                <a:spcPts val="1000"/>
              </a:spcBef>
              <a:spcAft>
                <a:spcPts val="0"/>
              </a:spcAft>
              <a:buClr>
                <a:srgbClr val="000000"/>
              </a:buClr>
              <a:buSzPts val="2400"/>
              <a:buFont typeface="Calibri"/>
              <a:buNone/>
              <a:defRPr sz="2400"/>
            </a:lvl5pPr>
            <a:lvl6pPr marL="2743200" lvl="5" indent="-406400" algn="l">
              <a:lnSpc>
                <a:spcPct val="90000"/>
              </a:lnSpc>
              <a:spcBef>
                <a:spcPts val="1000"/>
              </a:spcBef>
              <a:spcAft>
                <a:spcPts val="0"/>
              </a:spcAft>
              <a:buSzPts val="2800"/>
              <a:buChar char="•"/>
              <a:defRPr/>
            </a:lvl6pPr>
            <a:lvl7pPr marL="3200400" lvl="6" indent="-406400" algn="l">
              <a:lnSpc>
                <a:spcPct val="90000"/>
              </a:lnSpc>
              <a:spcBef>
                <a:spcPts val="1000"/>
              </a:spcBef>
              <a:spcAft>
                <a:spcPts val="0"/>
              </a:spcAft>
              <a:buSzPts val="2800"/>
              <a:buChar char="•"/>
              <a:defRPr/>
            </a:lvl7pPr>
            <a:lvl8pPr marL="3657600" lvl="7" indent="-406400" algn="l">
              <a:lnSpc>
                <a:spcPct val="90000"/>
              </a:lnSpc>
              <a:spcBef>
                <a:spcPts val="1000"/>
              </a:spcBef>
              <a:spcAft>
                <a:spcPts val="0"/>
              </a:spcAft>
              <a:buSzPts val="2800"/>
              <a:buChar char="•"/>
              <a:defRPr/>
            </a:lvl8pPr>
            <a:lvl9pPr marL="4114800" lvl="8" indent="-406400" algn="l">
              <a:lnSpc>
                <a:spcPct val="90000"/>
              </a:lnSpc>
              <a:spcBef>
                <a:spcPts val="1000"/>
              </a:spcBef>
              <a:spcAft>
                <a:spcPts val="0"/>
              </a:spcAft>
              <a:buSzPts val="2800"/>
              <a:buChar char="•"/>
              <a:defRPr/>
            </a:lvl9pPr>
          </a:lstStyle>
          <a:p>
            <a:endParaRPr/>
          </a:p>
        </p:txBody>
      </p:sp>
      <p:sp>
        <p:nvSpPr>
          <p:cNvPr id="12" name="Google Shape;12;p23"/>
          <p:cNvSpPr txBox="1">
            <a:spLocks noGrp="1"/>
          </p:cNvSpPr>
          <p:nvPr>
            <p:ph type="sldNum" idx="12"/>
          </p:nvPr>
        </p:nvSpPr>
        <p:spPr>
          <a:xfrm>
            <a:off x="11095216" y="6414782"/>
            <a:ext cx="258585" cy="248265"/>
          </a:xfrm>
          <a:prstGeom prst="rect">
            <a:avLst/>
          </a:prstGeom>
          <a:noFill/>
          <a:ln>
            <a:noFill/>
          </a:ln>
        </p:spPr>
        <p:txBody>
          <a:bodyPr spcFirstLastPara="1" wrap="square" lIns="45675" tIns="45675" rIns="45675" bIns="45675" anchor="ctr" anchorCtr="0">
            <a:spAutoFit/>
          </a:bodyPr>
          <a:lstStyle>
            <a:lvl1pPr marL="0" marR="0" lvl="0"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PICTURE_WITH_CAPTION_TEXT" type="picTx">
  <p:cSld name="PICTURE_WITH_CAPTION_TEXT">
    <p:spTree>
      <p:nvGrpSpPr>
        <p:cNvPr id="1" name="Shape 13"/>
        <p:cNvGrpSpPr/>
        <p:nvPr/>
      </p:nvGrpSpPr>
      <p:grpSpPr>
        <a:xfrm>
          <a:off x="0" y="0"/>
          <a:ext cx="0" cy="0"/>
          <a:chOff x="0" y="0"/>
          <a:chExt cx="0" cy="0"/>
        </a:xfrm>
      </p:grpSpPr>
      <p:sp>
        <p:nvSpPr>
          <p:cNvPr id="14" name="Google Shape;14;p31"/>
          <p:cNvSpPr txBox="1">
            <a:spLocks noGrp="1"/>
          </p:cNvSpPr>
          <p:nvPr>
            <p:ph type="title"/>
          </p:nvPr>
        </p:nvSpPr>
        <p:spPr>
          <a:xfrm>
            <a:off x="839787" y="457200"/>
            <a:ext cx="3932239" cy="1600200"/>
          </a:xfrm>
          <a:prstGeom prst="rect">
            <a:avLst/>
          </a:prstGeom>
          <a:noFill/>
          <a:ln>
            <a:noFill/>
          </a:ln>
        </p:spPr>
        <p:txBody>
          <a:bodyPr spcFirstLastPara="1" wrap="square" lIns="45675" tIns="45675" rIns="45675" bIns="45675" anchor="b" anchorCtr="0">
            <a:normAutofit/>
          </a:bodyPr>
          <a:lstStyle>
            <a:lvl1pPr lvl="0" algn="l">
              <a:lnSpc>
                <a:spcPct val="90000"/>
              </a:lnSpc>
              <a:spcBef>
                <a:spcPts val="0"/>
              </a:spcBef>
              <a:spcAft>
                <a:spcPts val="0"/>
              </a:spcAft>
              <a:buClr>
                <a:srgbClr val="000000"/>
              </a:buClr>
              <a:buSzPts val="3200"/>
              <a:buFont typeface="Calibri"/>
              <a:buNone/>
              <a:defRPr sz="3200"/>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a:endParaRPr/>
          </a:p>
        </p:txBody>
      </p:sp>
      <p:sp>
        <p:nvSpPr>
          <p:cNvPr id="15" name="Google Shape;15;p31"/>
          <p:cNvSpPr>
            <a:spLocks noGrp="1"/>
          </p:cNvSpPr>
          <p:nvPr>
            <p:ph type="pic" idx="2"/>
          </p:nvPr>
        </p:nvSpPr>
        <p:spPr>
          <a:xfrm>
            <a:off x="5183187" y="987427"/>
            <a:ext cx="6172201" cy="4873626"/>
          </a:xfrm>
          <a:prstGeom prst="rect">
            <a:avLst/>
          </a:prstGeom>
          <a:noFill/>
          <a:ln>
            <a:noFill/>
          </a:ln>
        </p:spPr>
      </p:sp>
      <p:sp>
        <p:nvSpPr>
          <p:cNvPr id="16" name="Google Shape;16;p31"/>
          <p:cNvSpPr txBox="1">
            <a:spLocks noGrp="1"/>
          </p:cNvSpPr>
          <p:nvPr>
            <p:ph type="body" idx="1"/>
          </p:nvPr>
        </p:nvSpPr>
        <p:spPr>
          <a:xfrm>
            <a:off x="839787" y="2057400"/>
            <a:ext cx="3932239" cy="3811588"/>
          </a:xfrm>
          <a:prstGeom prst="rect">
            <a:avLst/>
          </a:prstGeom>
          <a:noFill/>
          <a:ln>
            <a:noFill/>
          </a:ln>
        </p:spPr>
        <p:txBody>
          <a:bodyPr spcFirstLastPara="1" wrap="square" lIns="45675" tIns="45675" rIns="45675" bIns="45675" anchor="t" anchorCtr="0">
            <a:normAutofit/>
          </a:bodyPr>
          <a:lstStyle>
            <a:lvl1pPr marL="457200" lvl="0" indent="-228600" algn="l">
              <a:lnSpc>
                <a:spcPct val="90000"/>
              </a:lnSpc>
              <a:spcBef>
                <a:spcPts val="1000"/>
              </a:spcBef>
              <a:spcAft>
                <a:spcPts val="0"/>
              </a:spcAft>
              <a:buClr>
                <a:srgbClr val="000000"/>
              </a:buClr>
              <a:buSzPts val="1600"/>
              <a:buFont typeface="Calibri"/>
              <a:buNone/>
              <a:defRPr sz="1600"/>
            </a:lvl1pPr>
            <a:lvl2pPr marL="914400" lvl="1" indent="-228600" algn="l">
              <a:lnSpc>
                <a:spcPct val="90000"/>
              </a:lnSpc>
              <a:spcBef>
                <a:spcPts val="1000"/>
              </a:spcBef>
              <a:spcAft>
                <a:spcPts val="0"/>
              </a:spcAft>
              <a:buClr>
                <a:srgbClr val="000000"/>
              </a:buClr>
              <a:buSzPts val="1600"/>
              <a:buFont typeface="Calibri"/>
              <a:buNone/>
              <a:defRPr sz="1600"/>
            </a:lvl2pPr>
            <a:lvl3pPr marL="1371600" lvl="2" indent="-228600" algn="l">
              <a:lnSpc>
                <a:spcPct val="90000"/>
              </a:lnSpc>
              <a:spcBef>
                <a:spcPts val="1000"/>
              </a:spcBef>
              <a:spcAft>
                <a:spcPts val="0"/>
              </a:spcAft>
              <a:buClr>
                <a:srgbClr val="000000"/>
              </a:buClr>
              <a:buSzPts val="1600"/>
              <a:buFont typeface="Calibri"/>
              <a:buNone/>
              <a:defRPr sz="1600"/>
            </a:lvl3pPr>
            <a:lvl4pPr marL="1828800" lvl="3" indent="-228600" algn="l">
              <a:lnSpc>
                <a:spcPct val="90000"/>
              </a:lnSpc>
              <a:spcBef>
                <a:spcPts val="1000"/>
              </a:spcBef>
              <a:spcAft>
                <a:spcPts val="0"/>
              </a:spcAft>
              <a:buClr>
                <a:srgbClr val="000000"/>
              </a:buClr>
              <a:buSzPts val="1600"/>
              <a:buFont typeface="Calibri"/>
              <a:buNone/>
              <a:defRPr sz="1600"/>
            </a:lvl4pPr>
            <a:lvl5pPr marL="2286000" lvl="4" indent="-228600" algn="l">
              <a:lnSpc>
                <a:spcPct val="90000"/>
              </a:lnSpc>
              <a:spcBef>
                <a:spcPts val="1000"/>
              </a:spcBef>
              <a:spcAft>
                <a:spcPts val="0"/>
              </a:spcAft>
              <a:buClr>
                <a:srgbClr val="000000"/>
              </a:buClr>
              <a:buSzPts val="1600"/>
              <a:buFont typeface="Calibri"/>
              <a:buNone/>
              <a:defRPr sz="1600"/>
            </a:lvl5pPr>
            <a:lvl6pPr marL="2743200" lvl="5" indent="-406400" algn="l">
              <a:lnSpc>
                <a:spcPct val="90000"/>
              </a:lnSpc>
              <a:spcBef>
                <a:spcPts val="1000"/>
              </a:spcBef>
              <a:spcAft>
                <a:spcPts val="0"/>
              </a:spcAft>
              <a:buSzPts val="2800"/>
              <a:buChar char="•"/>
              <a:defRPr/>
            </a:lvl6pPr>
            <a:lvl7pPr marL="3200400" lvl="6" indent="-406400" algn="l">
              <a:lnSpc>
                <a:spcPct val="90000"/>
              </a:lnSpc>
              <a:spcBef>
                <a:spcPts val="1000"/>
              </a:spcBef>
              <a:spcAft>
                <a:spcPts val="0"/>
              </a:spcAft>
              <a:buSzPts val="2800"/>
              <a:buChar char="•"/>
              <a:defRPr/>
            </a:lvl7pPr>
            <a:lvl8pPr marL="3657600" lvl="7" indent="-406400" algn="l">
              <a:lnSpc>
                <a:spcPct val="90000"/>
              </a:lnSpc>
              <a:spcBef>
                <a:spcPts val="1000"/>
              </a:spcBef>
              <a:spcAft>
                <a:spcPts val="0"/>
              </a:spcAft>
              <a:buSzPts val="2800"/>
              <a:buChar char="•"/>
              <a:defRPr/>
            </a:lvl8pPr>
            <a:lvl9pPr marL="4114800" lvl="8" indent="-406400" algn="l">
              <a:lnSpc>
                <a:spcPct val="90000"/>
              </a:lnSpc>
              <a:spcBef>
                <a:spcPts val="1000"/>
              </a:spcBef>
              <a:spcAft>
                <a:spcPts val="0"/>
              </a:spcAft>
              <a:buSzPts val="2800"/>
              <a:buChar char="•"/>
              <a:defRPr/>
            </a:lvl9pPr>
          </a:lstStyle>
          <a:p>
            <a:endParaRPr/>
          </a:p>
        </p:txBody>
      </p:sp>
      <p:sp>
        <p:nvSpPr>
          <p:cNvPr id="17" name="Google Shape;17;p31"/>
          <p:cNvSpPr txBox="1">
            <a:spLocks noGrp="1"/>
          </p:cNvSpPr>
          <p:nvPr>
            <p:ph type="sldNum" idx="12"/>
          </p:nvPr>
        </p:nvSpPr>
        <p:spPr>
          <a:xfrm>
            <a:off x="11095216" y="6414782"/>
            <a:ext cx="258585" cy="248265"/>
          </a:xfrm>
          <a:prstGeom prst="rect">
            <a:avLst/>
          </a:prstGeom>
          <a:noFill/>
          <a:ln>
            <a:noFill/>
          </a:ln>
        </p:spPr>
        <p:txBody>
          <a:bodyPr spcFirstLastPara="1" wrap="square" lIns="45675" tIns="45675" rIns="45675" bIns="45675" anchor="ctr" anchorCtr="0">
            <a:spAutoFit/>
          </a:bodyPr>
          <a:lstStyle>
            <a:lvl1pPr marL="0" marR="0" lvl="0"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LANK" type="tx">
  <p:cSld name="TITLE_AND_BODY">
    <p:spTree>
      <p:nvGrpSpPr>
        <p:cNvPr id="1" name="Shape 18"/>
        <p:cNvGrpSpPr/>
        <p:nvPr/>
      </p:nvGrpSpPr>
      <p:grpSpPr>
        <a:xfrm>
          <a:off x="0" y="0"/>
          <a:ext cx="0" cy="0"/>
          <a:chOff x="0" y="0"/>
          <a:chExt cx="0" cy="0"/>
        </a:xfrm>
      </p:grpSpPr>
      <p:sp>
        <p:nvSpPr>
          <p:cNvPr id="19" name="Google Shape;19;p24"/>
          <p:cNvSpPr txBox="1">
            <a:spLocks noGrp="1"/>
          </p:cNvSpPr>
          <p:nvPr>
            <p:ph type="sldNum" idx="12"/>
          </p:nvPr>
        </p:nvSpPr>
        <p:spPr>
          <a:xfrm>
            <a:off x="11095216" y="6414782"/>
            <a:ext cx="258585" cy="248265"/>
          </a:xfrm>
          <a:prstGeom prst="rect">
            <a:avLst/>
          </a:prstGeom>
          <a:noFill/>
          <a:ln>
            <a:noFill/>
          </a:ln>
        </p:spPr>
        <p:txBody>
          <a:bodyPr spcFirstLastPara="1" wrap="square" lIns="45675" tIns="45675" rIns="45675" bIns="45675" anchor="ctr" anchorCtr="0">
            <a:spAutoFit/>
          </a:bodyPr>
          <a:lstStyle>
            <a:lvl1pPr marL="0" marR="0" lvl="0"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_OBJECTS" type="twoObj">
  <p:cSld name="TWO_OBJECTS">
    <p:spTree>
      <p:nvGrpSpPr>
        <p:cNvPr id="1" name="Shape 20"/>
        <p:cNvGrpSpPr/>
        <p:nvPr/>
      </p:nvGrpSpPr>
      <p:grpSpPr>
        <a:xfrm>
          <a:off x="0" y="0"/>
          <a:ext cx="0" cy="0"/>
          <a:chOff x="0" y="0"/>
          <a:chExt cx="0" cy="0"/>
        </a:xfrm>
      </p:grpSpPr>
      <p:sp>
        <p:nvSpPr>
          <p:cNvPr id="21" name="Google Shape;21;p25"/>
          <p:cNvSpPr txBox="1">
            <a:spLocks noGrp="1"/>
          </p:cNvSpPr>
          <p:nvPr>
            <p:ph type="title"/>
          </p:nvPr>
        </p:nvSpPr>
        <p:spPr>
          <a:xfrm>
            <a:off x="838200" y="365127"/>
            <a:ext cx="10515600" cy="1325563"/>
          </a:xfrm>
          <a:prstGeom prst="rect">
            <a:avLst/>
          </a:prstGeom>
          <a:noFill/>
          <a:ln>
            <a:noFill/>
          </a:ln>
        </p:spPr>
        <p:txBody>
          <a:bodyPr spcFirstLastPara="1" wrap="square" lIns="45675" tIns="45675" rIns="45675" bIns="45675" anchor="ctr" anchorCtr="0">
            <a:normAutofit/>
          </a:bodyPr>
          <a:lstStyle>
            <a:lvl1pPr lvl="0" algn="l">
              <a:lnSpc>
                <a:spcPct val="90000"/>
              </a:lnSpc>
              <a:spcBef>
                <a:spcPts val="0"/>
              </a:spcBef>
              <a:spcAft>
                <a:spcPts val="0"/>
              </a:spcAft>
              <a:buClr>
                <a:srgbClr val="000000"/>
              </a:buClr>
              <a:buSzPts val="1800"/>
              <a:buNone/>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a:endParaRPr/>
          </a:p>
        </p:txBody>
      </p:sp>
      <p:sp>
        <p:nvSpPr>
          <p:cNvPr id="22" name="Google Shape;22;p25"/>
          <p:cNvSpPr txBox="1">
            <a:spLocks noGrp="1"/>
          </p:cNvSpPr>
          <p:nvPr>
            <p:ph type="body" idx="1"/>
          </p:nvPr>
        </p:nvSpPr>
        <p:spPr>
          <a:xfrm>
            <a:off x="838200" y="1825625"/>
            <a:ext cx="5181600" cy="4351338"/>
          </a:xfrm>
          <a:prstGeom prst="rect">
            <a:avLst/>
          </a:prstGeom>
          <a:noFill/>
          <a:ln>
            <a:noFill/>
          </a:ln>
        </p:spPr>
        <p:txBody>
          <a:bodyPr spcFirstLastPara="1" wrap="square" lIns="45675" tIns="45675" rIns="45675" bIns="45675" anchor="t" anchorCtr="0">
            <a:normAutofit/>
          </a:bodyPr>
          <a:lstStyle>
            <a:lvl1pPr marL="457200" lvl="0" indent="-406400" algn="l">
              <a:lnSpc>
                <a:spcPct val="90000"/>
              </a:lnSpc>
              <a:spcBef>
                <a:spcPts val="1000"/>
              </a:spcBef>
              <a:spcAft>
                <a:spcPts val="0"/>
              </a:spcAft>
              <a:buSzPts val="2800"/>
              <a:buChar char="•"/>
              <a:defRPr/>
            </a:lvl1pPr>
            <a:lvl2pPr marL="914400" lvl="1" indent="-406400" algn="l">
              <a:lnSpc>
                <a:spcPct val="90000"/>
              </a:lnSpc>
              <a:spcBef>
                <a:spcPts val="1000"/>
              </a:spcBef>
              <a:spcAft>
                <a:spcPts val="0"/>
              </a:spcAft>
              <a:buSzPts val="2800"/>
              <a:buChar char="•"/>
              <a:defRPr/>
            </a:lvl2pPr>
            <a:lvl3pPr marL="1371600" lvl="2" indent="-406400" algn="l">
              <a:lnSpc>
                <a:spcPct val="90000"/>
              </a:lnSpc>
              <a:spcBef>
                <a:spcPts val="1000"/>
              </a:spcBef>
              <a:spcAft>
                <a:spcPts val="0"/>
              </a:spcAft>
              <a:buSzPts val="2800"/>
              <a:buChar char="•"/>
              <a:defRPr/>
            </a:lvl3pPr>
            <a:lvl4pPr marL="1828800" lvl="3" indent="-406400" algn="l">
              <a:lnSpc>
                <a:spcPct val="90000"/>
              </a:lnSpc>
              <a:spcBef>
                <a:spcPts val="1000"/>
              </a:spcBef>
              <a:spcAft>
                <a:spcPts val="0"/>
              </a:spcAft>
              <a:buSzPts val="2800"/>
              <a:buChar char="•"/>
              <a:defRPr/>
            </a:lvl4pPr>
            <a:lvl5pPr marL="2286000" lvl="4" indent="-406400" algn="l">
              <a:lnSpc>
                <a:spcPct val="90000"/>
              </a:lnSpc>
              <a:spcBef>
                <a:spcPts val="1000"/>
              </a:spcBef>
              <a:spcAft>
                <a:spcPts val="0"/>
              </a:spcAft>
              <a:buSzPts val="2800"/>
              <a:buChar char="•"/>
              <a:defRPr/>
            </a:lvl5pPr>
            <a:lvl6pPr marL="2743200" lvl="5" indent="-406400" algn="l">
              <a:lnSpc>
                <a:spcPct val="90000"/>
              </a:lnSpc>
              <a:spcBef>
                <a:spcPts val="1000"/>
              </a:spcBef>
              <a:spcAft>
                <a:spcPts val="0"/>
              </a:spcAft>
              <a:buSzPts val="2800"/>
              <a:buChar char="•"/>
              <a:defRPr/>
            </a:lvl6pPr>
            <a:lvl7pPr marL="3200400" lvl="6" indent="-406400" algn="l">
              <a:lnSpc>
                <a:spcPct val="90000"/>
              </a:lnSpc>
              <a:spcBef>
                <a:spcPts val="1000"/>
              </a:spcBef>
              <a:spcAft>
                <a:spcPts val="0"/>
              </a:spcAft>
              <a:buSzPts val="2800"/>
              <a:buChar char="•"/>
              <a:defRPr/>
            </a:lvl7pPr>
            <a:lvl8pPr marL="3657600" lvl="7" indent="-406400" algn="l">
              <a:lnSpc>
                <a:spcPct val="90000"/>
              </a:lnSpc>
              <a:spcBef>
                <a:spcPts val="1000"/>
              </a:spcBef>
              <a:spcAft>
                <a:spcPts val="0"/>
              </a:spcAft>
              <a:buSzPts val="2800"/>
              <a:buChar char="•"/>
              <a:defRPr/>
            </a:lvl8pPr>
            <a:lvl9pPr marL="4114800" lvl="8" indent="-406400" algn="l">
              <a:lnSpc>
                <a:spcPct val="90000"/>
              </a:lnSpc>
              <a:spcBef>
                <a:spcPts val="1000"/>
              </a:spcBef>
              <a:spcAft>
                <a:spcPts val="0"/>
              </a:spcAft>
              <a:buSzPts val="2800"/>
              <a:buChar char="•"/>
              <a:defRPr/>
            </a:lvl9pPr>
          </a:lstStyle>
          <a:p>
            <a:endParaRPr/>
          </a:p>
        </p:txBody>
      </p:sp>
      <p:sp>
        <p:nvSpPr>
          <p:cNvPr id="23" name="Google Shape;23;p25"/>
          <p:cNvSpPr txBox="1">
            <a:spLocks noGrp="1"/>
          </p:cNvSpPr>
          <p:nvPr>
            <p:ph type="body" idx="2"/>
          </p:nvPr>
        </p:nvSpPr>
        <p:spPr>
          <a:xfrm>
            <a:off x="6172200" y="1825625"/>
            <a:ext cx="5181600" cy="4351338"/>
          </a:xfrm>
          <a:prstGeom prst="rect">
            <a:avLst/>
          </a:prstGeom>
          <a:noFill/>
          <a:ln>
            <a:noFill/>
          </a:ln>
        </p:spPr>
        <p:txBody>
          <a:bodyPr spcFirstLastPara="1" wrap="square" lIns="45675" tIns="45675" rIns="45675" bIns="45675" anchor="t" anchorCtr="0">
            <a:normAutofit/>
          </a:bodyPr>
          <a:lstStyle>
            <a:lvl1pPr marL="457200" lvl="0" indent="-406400" algn="l">
              <a:lnSpc>
                <a:spcPct val="90000"/>
              </a:lnSpc>
              <a:spcBef>
                <a:spcPts val="1000"/>
              </a:spcBef>
              <a:spcAft>
                <a:spcPts val="0"/>
              </a:spcAft>
              <a:buSzPts val="2800"/>
              <a:buChar char="•"/>
              <a:defRPr/>
            </a:lvl1pPr>
            <a:lvl2pPr marL="914400" lvl="1" indent="-406400" algn="l">
              <a:lnSpc>
                <a:spcPct val="90000"/>
              </a:lnSpc>
              <a:spcBef>
                <a:spcPts val="1000"/>
              </a:spcBef>
              <a:spcAft>
                <a:spcPts val="0"/>
              </a:spcAft>
              <a:buSzPts val="2800"/>
              <a:buChar char="•"/>
              <a:defRPr/>
            </a:lvl2pPr>
            <a:lvl3pPr marL="1371600" lvl="2" indent="-406400" algn="l">
              <a:lnSpc>
                <a:spcPct val="90000"/>
              </a:lnSpc>
              <a:spcBef>
                <a:spcPts val="1000"/>
              </a:spcBef>
              <a:spcAft>
                <a:spcPts val="0"/>
              </a:spcAft>
              <a:buSzPts val="2800"/>
              <a:buChar char="•"/>
              <a:defRPr/>
            </a:lvl3pPr>
            <a:lvl4pPr marL="1828800" lvl="3" indent="-406400" algn="l">
              <a:lnSpc>
                <a:spcPct val="90000"/>
              </a:lnSpc>
              <a:spcBef>
                <a:spcPts val="1000"/>
              </a:spcBef>
              <a:spcAft>
                <a:spcPts val="0"/>
              </a:spcAft>
              <a:buSzPts val="2800"/>
              <a:buChar char="•"/>
              <a:defRPr/>
            </a:lvl4pPr>
            <a:lvl5pPr marL="2286000" lvl="4" indent="-406400" algn="l">
              <a:lnSpc>
                <a:spcPct val="90000"/>
              </a:lnSpc>
              <a:spcBef>
                <a:spcPts val="1000"/>
              </a:spcBef>
              <a:spcAft>
                <a:spcPts val="0"/>
              </a:spcAft>
              <a:buSzPts val="2800"/>
              <a:buChar char="•"/>
              <a:defRPr/>
            </a:lvl5pPr>
            <a:lvl6pPr marL="2743200" lvl="5" indent="-406400" algn="l">
              <a:lnSpc>
                <a:spcPct val="90000"/>
              </a:lnSpc>
              <a:spcBef>
                <a:spcPts val="1000"/>
              </a:spcBef>
              <a:spcAft>
                <a:spcPts val="0"/>
              </a:spcAft>
              <a:buSzPts val="2800"/>
              <a:buChar char="•"/>
              <a:defRPr/>
            </a:lvl6pPr>
            <a:lvl7pPr marL="3200400" lvl="6" indent="-406400" algn="l">
              <a:lnSpc>
                <a:spcPct val="90000"/>
              </a:lnSpc>
              <a:spcBef>
                <a:spcPts val="1000"/>
              </a:spcBef>
              <a:spcAft>
                <a:spcPts val="0"/>
              </a:spcAft>
              <a:buSzPts val="2800"/>
              <a:buChar char="•"/>
              <a:defRPr/>
            </a:lvl7pPr>
            <a:lvl8pPr marL="3657600" lvl="7" indent="-406400" algn="l">
              <a:lnSpc>
                <a:spcPct val="90000"/>
              </a:lnSpc>
              <a:spcBef>
                <a:spcPts val="1000"/>
              </a:spcBef>
              <a:spcAft>
                <a:spcPts val="0"/>
              </a:spcAft>
              <a:buSzPts val="2800"/>
              <a:buChar char="•"/>
              <a:defRPr/>
            </a:lvl8pPr>
            <a:lvl9pPr marL="4114800" lvl="8" indent="-406400" algn="l">
              <a:lnSpc>
                <a:spcPct val="90000"/>
              </a:lnSpc>
              <a:spcBef>
                <a:spcPts val="1000"/>
              </a:spcBef>
              <a:spcAft>
                <a:spcPts val="0"/>
              </a:spcAft>
              <a:buSzPts val="2800"/>
              <a:buChar char="•"/>
              <a:defRPr/>
            </a:lvl9pPr>
          </a:lstStyle>
          <a:p>
            <a:endParaRPr/>
          </a:p>
        </p:txBody>
      </p:sp>
      <p:sp>
        <p:nvSpPr>
          <p:cNvPr id="24" name="Google Shape;24;p25"/>
          <p:cNvSpPr txBox="1">
            <a:spLocks noGrp="1"/>
          </p:cNvSpPr>
          <p:nvPr>
            <p:ph type="sldNum" idx="12"/>
          </p:nvPr>
        </p:nvSpPr>
        <p:spPr>
          <a:xfrm>
            <a:off x="11095216" y="6414782"/>
            <a:ext cx="258585" cy="248265"/>
          </a:xfrm>
          <a:prstGeom prst="rect">
            <a:avLst/>
          </a:prstGeom>
          <a:noFill/>
          <a:ln>
            <a:noFill/>
          </a:ln>
        </p:spPr>
        <p:txBody>
          <a:bodyPr spcFirstLastPara="1" wrap="square" lIns="45675" tIns="45675" rIns="45675" bIns="45675" anchor="ctr" anchorCtr="0">
            <a:spAutoFit/>
          </a:bodyPr>
          <a:lstStyle>
            <a:lvl1pPr marL="0" marR="0" lvl="0"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BJECT" type="obj">
  <p:cSld name="OBJECT">
    <p:spTree>
      <p:nvGrpSpPr>
        <p:cNvPr id="1" name="Shape 25"/>
        <p:cNvGrpSpPr/>
        <p:nvPr/>
      </p:nvGrpSpPr>
      <p:grpSpPr>
        <a:xfrm>
          <a:off x="0" y="0"/>
          <a:ext cx="0" cy="0"/>
          <a:chOff x="0" y="0"/>
          <a:chExt cx="0" cy="0"/>
        </a:xfrm>
      </p:grpSpPr>
      <p:sp>
        <p:nvSpPr>
          <p:cNvPr id="26" name="Google Shape;26;p26"/>
          <p:cNvSpPr txBox="1">
            <a:spLocks noGrp="1"/>
          </p:cNvSpPr>
          <p:nvPr>
            <p:ph type="title"/>
          </p:nvPr>
        </p:nvSpPr>
        <p:spPr>
          <a:xfrm>
            <a:off x="838200" y="365127"/>
            <a:ext cx="10515600" cy="1325563"/>
          </a:xfrm>
          <a:prstGeom prst="rect">
            <a:avLst/>
          </a:prstGeom>
          <a:noFill/>
          <a:ln>
            <a:noFill/>
          </a:ln>
        </p:spPr>
        <p:txBody>
          <a:bodyPr spcFirstLastPara="1" wrap="square" lIns="45675" tIns="45675" rIns="45675" bIns="45675" anchor="ctr" anchorCtr="0">
            <a:normAutofit/>
          </a:bodyPr>
          <a:lstStyle>
            <a:lvl1pPr lvl="0" algn="l">
              <a:lnSpc>
                <a:spcPct val="90000"/>
              </a:lnSpc>
              <a:spcBef>
                <a:spcPts val="0"/>
              </a:spcBef>
              <a:spcAft>
                <a:spcPts val="0"/>
              </a:spcAft>
              <a:buClr>
                <a:srgbClr val="000000"/>
              </a:buClr>
              <a:buSzPts val="1800"/>
              <a:buNone/>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a:endParaRPr/>
          </a:p>
        </p:txBody>
      </p:sp>
      <p:sp>
        <p:nvSpPr>
          <p:cNvPr id="27" name="Google Shape;27;p26"/>
          <p:cNvSpPr txBox="1">
            <a:spLocks noGrp="1"/>
          </p:cNvSpPr>
          <p:nvPr>
            <p:ph type="body" idx="1"/>
          </p:nvPr>
        </p:nvSpPr>
        <p:spPr>
          <a:xfrm>
            <a:off x="838200" y="1825625"/>
            <a:ext cx="10515600" cy="4351338"/>
          </a:xfrm>
          <a:prstGeom prst="rect">
            <a:avLst/>
          </a:prstGeom>
          <a:noFill/>
          <a:ln>
            <a:noFill/>
          </a:ln>
        </p:spPr>
        <p:txBody>
          <a:bodyPr spcFirstLastPara="1" wrap="square" lIns="45675" tIns="45675" rIns="45675" bIns="45675" anchor="t" anchorCtr="0">
            <a:normAutofit/>
          </a:bodyPr>
          <a:lstStyle>
            <a:lvl1pPr marL="457200" lvl="0" indent="-406400" algn="l">
              <a:lnSpc>
                <a:spcPct val="90000"/>
              </a:lnSpc>
              <a:spcBef>
                <a:spcPts val="1000"/>
              </a:spcBef>
              <a:spcAft>
                <a:spcPts val="0"/>
              </a:spcAft>
              <a:buSzPts val="2800"/>
              <a:buChar char="•"/>
              <a:defRPr/>
            </a:lvl1pPr>
            <a:lvl2pPr marL="914400" lvl="1" indent="-406400" algn="l">
              <a:lnSpc>
                <a:spcPct val="90000"/>
              </a:lnSpc>
              <a:spcBef>
                <a:spcPts val="1000"/>
              </a:spcBef>
              <a:spcAft>
                <a:spcPts val="0"/>
              </a:spcAft>
              <a:buSzPts val="2800"/>
              <a:buChar char="•"/>
              <a:defRPr/>
            </a:lvl2pPr>
            <a:lvl3pPr marL="1371600" lvl="2" indent="-406400" algn="l">
              <a:lnSpc>
                <a:spcPct val="90000"/>
              </a:lnSpc>
              <a:spcBef>
                <a:spcPts val="1000"/>
              </a:spcBef>
              <a:spcAft>
                <a:spcPts val="0"/>
              </a:spcAft>
              <a:buSzPts val="2800"/>
              <a:buChar char="•"/>
              <a:defRPr/>
            </a:lvl3pPr>
            <a:lvl4pPr marL="1828800" lvl="3" indent="-406400" algn="l">
              <a:lnSpc>
                <a:spcPct val="90000"/>
              </a:lnSpc>
              <a:spcBef>
                <a:spcPts val="1000"/>
              </a:spcBef>
              <a:spcAft>
                <a:spcPts val="0"/>
              </a:spcAft>
              <a:buSzPts val="2800"/>
              <a:buChar char="•"/>
              <a:defRPr/>
            </a:lvl4pPr>
            <a:lvl5pPr marL="2286000" lvl="4" indent="-406400" algn="l">
              <a:lnSpc>
                <a:spcPct val="90000"/>
              </a:lnSpc>
              <a:spcBef>
                <a:spcPts val="1000"/>
              </a:spcBef>
              <a:spcAft>
                <a:spcPts val="0"/>
              </a:spcAft>
              <a:buSzPts val="2800"/>
              <a:buChar char="•"/>
              <a:defRPr/>
            </a:lvl5pPr>
            <a:lvl6pPr marL="2743200" lvl="5" indent="-406400" algn="l">
              <a:lnSpc>
                <a:spcPct val="90000"/>
              </a:lnSpc>
              <a:spcBef>
                <a:spcPts val="1000"/>
              </a:spcBef>
              <a:spcAft>
                <a:spcPts val="0"/>
              </a:spcAft>
              <a:buSzPts val="2800"/>
              <a:buChar char="•"/>
              <a:defRPr/>
            </a:lvl6pPr>
            <a:lvl7pPr marL="3200400" lvl="6" indent="-406400" algn="l">
              <a:lnSpc>
                <a:spcPct val="90000"/>
              </a:lnSpc>
              <a:spcBef>
                <a:spcPts val="1000"/>
              </a:spcBef>
              <a:spcAft>
                <a:spcPts val="0"/>
              </a:spcAft>
              <a:buSzPts val="2800"/>
              <a:buChar char="•"/>
              <a:defRPr/>
            </a:lvl7pPr>
            <a:lvl8pPr marL="3657600" lvl="7" indent="-406400" algn="l">
              <a:lnSpc>
                <a:spcPct val="90000"/>
              </a:lnSpc>
              <a:spcBef>
                <a:spcPts val="1000"/>
              </a:spcBef>
              <a:spcAft>
                <a:spcPts val="0"/>
              </a:spcAft>
              <a:buSzPts val="2800"/>
              <a:buChar char="•"/>
              <a:defRPr/>
            </a:lvl8pPr>
            <a:lvl9pPr marL="4114800" lvl="8" indent="-406400" algn="l">
              <a:lnSpc>
                <a:spcPct val="90000"/>
              </a:lnSpc>
              <a:spcBef>
                <a:spcPts val="1000"/>
              </a:spcBef>
              <a:spcAft>
                <a:spcPts val="0"/>
              </a:spcAft>
              <a:buSzPts val="2800"/>
              <a:buChar char="•"/>
              <a:defRPr/>
            </a:lvl9pPr>
          </a:lstStyle>
          <a:p>
            <a:endParaRPr/>
          </a:p>
        </p:txBody>
      </p:sp>
      <p:sp>
        <p:nvSpPr>
          <p:cNvPr id="28" name="Google Shape;28;p26"/>
          <p:cNvSpPr txBox="1">
            <a:spLocks noGrp="1"/>
          </p:cNvSpPr>
          <p:nvPr>
            <p:ph type="sldNum" idx="12"/>
          </p:nvPr>
        </p:nvSpPr>
        <p:spPr>
          <a:xfrm>
            <a:off x="11095216" y="6414782"/>
            <a:ext cx="258585" cy="248265"/>
          </a:xfrm>
          <a:prstGeom prst="rect">
            <a:avLst/>
          </a:prstGeom>
          <a:noFill/>
          <a:ln>
            <a:noFill/>
          </a:ln>
        </p:spPr>
        <p:txBody>
          <a:bodyPr spcFirstLastPara="1" wrap="square" lIns="45675" tIns="45675" rIns="45675" bIns="45675" anchor="ctr" anchorCtr="0">
            <a:spAutoFit/>
          </a:bodyPr>
          <a:lstStyle>
            <a:lvl1pPr marL="0" marR="0" lvl="0"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_HEADER" type="secHead">
  <p:cSld name="SECTION_HEADER">
    <p:spTree>
      <p:nvGrpSpPr>
        <p:cNvPr id="1" name="Shape 29"/>
        <p:cNvGrpSpPr/>
        <p:nvPr/>
      </p:nvGrpSpPr>
      <p:grpSpPr>
        <a:xfrm>
          <a:off x="0" y="0"/>
          <a:ext cx="0" cy="0"/>
          <a:chOff x="0" y="0"/>
          <a:chExt cx="0" cy="0"/>
        </a:xfrm>
      </p:grpSpPr>
      <p:sp>
        <p:nvSpPr>
          <p:cNvPr id="30" name="Google Shape;30;p27"/>
          <p:cNvSpPr txBox="1">
            <a:spLocks noGrp="1"/>
          </p:cNvSpPr>
          <p:nvPr>
            <p:ph type="title"/>
          </p:nvPr>
        </p:nvSpPr>
        <p:spPr>
          <a:xfrm>
            <a:off x="831850" y="1709740"/>
            <a:ext cx="10515601" cy="2852737"/>
          </a:xfrm>
          <a:prstGeom prst="rect">
            <a:avLst/>
          </a:prstGeom>
          <a:noFill/>
          <a:ln>
            <a:noFill/>
          </a:ln>
        </p:spPr>
        <p:txBody>
          <a:bodyPr spcFirstLastPara="1" wrap="square" lIns="45675" tIns="45675" rIns="45675" bIns="45675" anchor="b" anchorCtr="0">
            <a:normAutofit/>
          </a:bodyPr>
          <a:lstStyle>
            <a:lvl1pPr lvl="0" algn="l">
              <a:lnSpc>
                <a:spcPct val="90000"/>
              </a:lnSpc>
              <a:spcBef>
                <a:spcPts val="0"/>
              </a:spcBef>
              <a:spcAft>
                <a:spcPts val="0"/>
              </a:spcAft>
              <a:buClr>
                <a:srgbClr val="000000"/>
              </a:buClr>
              <a:buSzPts val="6000"/>
              <a:buFont typeface="Calibri"/>
              <a:buNone/>
              <a:defRPr sz="6000"/>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a:endParaRPr/>
          </a:p>
        </p:txBody>
      </p:sp>
      <p:sp>
        <p:nvSpPr>
          <p:cNvPr id="31" name="Google Shape;31;p27"/>
          <p:cNvSpPr txBox="1">
            <a:spLocks noGrp="1"/>
          </p:cNvSpPr>
          <p:nvPr>
            <p:ph type="body" idx="1"/>
          </p:nvPr>
        </p:nvSpPr>
        <p:spPr>
          <a:xfrm>
            <a:off x="831850" y="4589464"/>
            <a:ext cx="10515601" cy="1500188"/>
          </a:xfrm>
          <a:prstGeom prst="rect">
            <a:avLst/>
          </a:prstGeom>
          <a:noFill/>
          <a:ln>
            <a:noFill/>
          </a:ln>
        </p:spPr>
        <p:txBody>
          <a:bodyPr spcFirstLastPara="1" wrap="square" lIns="45675" tIns="45675" rIns="45675" bIns="45675" anchor="t" anchorCtr="0">
            <a:normAutofit/>
          </a:bodyPr>
          <a:lstStyle>
            <a:lvl1pPr marL="457200" lvl="0" indent="-228600" algn="l">
              <a:lnSpc>
                <a:spcPct val="90000"/>
              </a:lnSpc>
              <a:spcBef>
                <a:spcPts val="1000"/>
              </a:spcBef>
              <a:spcAft>
                <a:spcPts val="0"/>
              </a:spcAft>
              <a:buClr>
                <a:srgbClr val="888888"/>
              </a:buClr>
              <a:buSzPts val="2400"/>
              <a:buFont typeface="Calibri"/>
              <a:buNone/>
              <a:defRPr sz="2400">
                <a:solidFill>
                  <a:srgbClr val="888888"/>
                </a:solidFill>
              </a:defRPr>
            </a:lvl1pPr>
            <a:lvl2pPr marL="914400" lvl="1" indent="-228600" algn="l">
              <a:lnSpc>
                <a:spcPct val="90000"/>
              </a:lnSpc>
              <a:spcBef>
                <a:spcPts val="1000"/>
              </a:spcBef>
              <a:spcAft>
                <a:spcPts val="0"/>
              </a:spcAft>
              <a:buClr>
                <a:srgbClr val="888888"/>
              </a:buClr>
              <a:buSzPts val="2400"/>
              <a:buFont typeface="Calibri"/>
              <a:buNone/>
              <a:defRPr sz="2400">
                <a:solidFill>
                  <a:srgbClr val="888888"/>
                </a:solidFill>
              </a:defRPr>
            </a:lvl2pPr>
            <a:lvl3pPr marL="1371600" lvl="2" indent="-228600" algn="l">
              <a:lnSpc>
                <a:spcPct val="90000"/>
              </a:lnSpc>
              <a:spcBef>
                <a:spcPts val="1000"/>
              </a:spcBef>
              <a:spcAft>
                <a:spcPts val="0"/>
              </a:spcAft>
              <a:buClr>
                <a:srgbClr val="888888"/>
              </a:buClr>
              <a:buSzPts val="2400"/>
              <a:buFont typeface="Calibri"/>
              <a:buNone/>
              <a:defRPr sz="2400">
                <a:solidFill>
                  <a:srgbClr val="888888"/>
                </a:solidFill>
              </a:defRPr>
            </a:lvl3pPr>
            <a:lvl4pPr marL="1828800" lvl="3" indent="-228600" algn="l">
              <a:lnSpc>
                <a:spcPct val="90000"/>
              </a:lnSpc>
              <a:spcBef>
                <a:spcPts val="1000"/>
              </a:spcBef>
              <a:spcAft>
                <a:spcPts val="0"/>
              </a:spcAft>
              <a:buClr>
                <a:srgbClr val="888888"/>
              </a:buClr>
              <a:buSzPts val="2400"/>
              <a:buFont typeface="Calibri"/>
              <a:buNone/>
              <a:defRPr sz="2400">
                <a:solidFill>
                  <a:srgbClr val="888888"/>
                </a:solidFill>
              </a:defRPr>
            </a:lvl4pPr>
            <a:lvl5pPr marL="2286000" lvl="4" indent="-228600" algn="l">
              <a:lnSpc>
                <a:spcPct val="90000"/>
              </a:lnSpc>
              <a:spcBef>
                <a:spcPts val="1000"/>
              </a:spcBef>
              <a:spcAft>
                <a:spcPts val="0"/>
              </a:spcAft>
              <a:buClr>
                <a:srgbClr val="888888"/>
              </a:buClr>
              <a:buSzPts val="2400"/>
              <a:buFont typeface="Calibri"/>
              <a:buNone/>
              <a:defRPr sz="2400">
                <a:solidFill>
                  <a:srgbClr val="888888"/>
                </a:solidFill>
              </a:defRPr>
            </a:lvl5pPr>
            <a:lvl6pPr marL="2743200" lvl="5" indent="-406400" algn="l">
              <a:lnSpc>
                <a:spcPct val="90000"/>
              </a:lnSpc>
              <a:spcBef>
                <a:spcPts val="1000"/>
              </a:spcBef>
              <a:spcAft>
                <a:spcPts val="0"/>
              </a:spcAft>
              <a:buSzPts val="2800"/>
              <a:buChar char="•"/>
              <a:defRPr/>
            </a:lvl6pPr>
            <a:lvl7pPr marL="3200400" lvl="6" indent="-406400" algn="l">
              <a:lnSpc>
                <a:spcPct val="90000"/>
              </a:lnSpc>
              <a:spcBef>
                <a:spcPts val="1000"/>
              </a:spcBef>
              <a:spcAft>
                <a:spcPts val="0"/>
              </a:spcAft>
              <a:buSzPts val="2800"/>
              <a:buChar char="•"/>
              <a:defRPr/>
            </a:lvl7pPr>
            <a:lvl8pPr marL="3657600" lvl="7" indent="-406400" algn="l">
              <a:lnSpc>
                <a:spcPct val="90000"/>
              </a:lnSpc>
              <a:spcBef>
                <a:spcPts val="1000"/>
              </a:spcBef>
              <a:spcAft>
                <a:spcPts val="0"/>
              </a:spcAft>
              <a:buSzPts val="2800"/>
              <a:buChar char="•"/>
              <a:defRPr/>
            </a:lvl8pPr>
            <a:lvl9pPr marL="4114800" lvl="8" indent="-406400" algn="l">
              <a:lnSpc>
                <a:spcPct val="90000"/>
              </a:lnSpc>
              <a:spcBef>
                <a:spcPts val="1000"/>
              </a:spcBef>
              <a:spcAft>
                <a:spcPts val="0"/>
              </a:spcAft>
              <a:buSzPts val="2800"/>
              <a:buChar char="•"/>
              <a:defRPr/>
            </a:lvl9pPr>
          </a:lstStyle>
          <a:p>
            <a:endParaRPr/>
          </a:p>
        </p:txBody>
      </p:sp>
      <p:sp>
        <p:nvSpPr>
          <p:cNvPr id="32" name="Google Shape;32;p27"/>
          <p:cNvSpPr txBox="1">
            <a:spLocks noGrp="1"/>
          </p:cNvSpPr>
          <p:nvPr>
            <p:ph type="sldNum" idx="12"/>
          </p:nvPr>
        </p:nvSpPr>
        <p:spPr>
          <a:xfrm>
            <a:off x="11095216" y="6414782"/>
            <a:ext cx="258585" cy="248265"/>
          </a:xfrm>
          <a:prstGeom prst="rect">
            <a:avLst/>
          </a:prstGeom>
          <a:noFill/>
          <a:ln>
            <a:noFill/>
          </a:ln>
        </p:spPr>
        <p:txBody>
          <a:bodyPr spcFirstLastPara="1" wrap="square" lIns="45675" tIns="45675" rIns="45675" bIns="45675" anchor="ctr" anchorCtr="0">
            <a:spAutoFit/>
          </a:bodyPr>
          <a:lstStyle>
            <a:lvl1pPr marL="0" marR="0" lvl="0"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WO_OBJECTS_WITH_TEXT" type="twoTxTwoObj">
  <p:cSld name="TWO_OBJECTS_WITH_TEXT">
    <p:spTree>
      <p:nvGrpSpPr>
        <p:cNvPr id="1" name="Shape 33"/>
        <p:cNvGrpSpPr/>
        <p:nvPr/>
      </p:nvGrpSpPr>
      <p:grpSpPr>
        <a:xfrm>
          <a:off x="0" y="0"/>
          <a:ext cx="0" cy="0"/>
          <a:chOff x="0" y="0"/>
          <a:chExt cx="0" cy="0"/>
        </a:xfrm>
      </p:grpSpPr>
      <p:sp>
        <p:nvSpPr>
          <p:cNvPr id="34" name="Google Shape;34;p28"/>
          <p:cNvSpPr txBox="1">
            <a:spLocks noGrp="1"/>
          </p:cNvSpPr>
          <p:nvPr>
            <p:ph type="title"/>
          </p:nvPr>
        </p:nvSpPr>
        <p:spPr>
          <a:xfrm>
            <a:off x="839787" y="365127"/>
            <a:ext cx="10515601" cy="1325563"/>
          </a:xfrm>
          <a:prstGeom prst="rect">
            <a:avLst/>
          </a:prstGeom>
          <a:noFill/>
          <a:ln>
            <a:noFill/>
          </a:ln>
        </p:spPr>
        <p:txBody>
          <a:bodyPr spcFirstLastPara="1" wrap="square" lIns="45675" tIns="45675" rIns="45675" bIns="45675" anchor="ctr" anchorCtr="0">
            <a:normAutofit/>
          </a:bodyPr>
          <a:lstStyle>
            <a:lvl1pPr lvl="0" algn="l">
              <a:lnSpc>
                <a:spcPct val="90000"/>
              </a:lnSpc>
              <a:spcBef>
                <a:spcPts val="0"/>
              </a:spcBef>
              <a:spcAft>
                <a:spcPts val="0"/>
              </a:spcAft>
              <a:buClr>
                <a:srgbClr val="000000"/>
              </a:buClr>
              <a:buSzPts val="1800"/>
              <a:buNone/>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a:endParaRPr/>
          </a:p>
        </p:txBody>
      </p:sp>
      <p:sp>
        <p:nvSpPr>
          <p:cNvPr id="35" name="Google Shape;35;p28"/>
          <p:cNvSpPr txBox="1">
            <a:spLocks noGrp="1"/>
          </p:cNvSpPr>
          <p:nvPr>
            <p:ph type="body" idx="1"/>
          </p:nvPr>
        </p:nvSpPr>
        <p:spPr>
          <a:xfrm>
            <a:off x="839788" y="1681163"/>
            <a:ext cx="5157789" cy="823913"/>
          </a:xfrm>
          <a:prstGeom prst="rect">
            <a:avLst/>
          </a:prstGeom>
          <a:noFill/>
          <a:ln>
            <a:noFill/>
          </a:ln>
        </p:spPr>
        <p:txBody>
          <a:bodyPr spcFirstLastPara="1" wrap="square" lIns="45675" tIns="45675" rIns="45675" bIns="45675" anchor="b" anchorCtr="0">
            <a:normAutofit/>
          </a:bodyPr>
          <a:lstStyle>
            <a:lvl1pPr marL="457200" lvl="0" indent="-228600" algn="l">
              <a:lnSpc>
                <a:spcPct val="90000"/>
              </a:lnSpc>
              <a:spcBef>
                <a:spcPts val="1000"/>
              </a:spcBef>
              <a:spcAft>
                <a:spcPts val="0"/>
              </a:spcAft>
              <a:buClr>
                <a:srgbClr val="000000"/>
              </a:buClr>
              <a:buSzPts val="2400"/>
              <a:buFont typeface="Calibri"/>
              <a:buNone/>
              <a:defRPr sz="2400" b="1"/>
            </a:lvl1pPr>
            <a:lvl2pPr marL="914400" lvl="1" indent="-228600" algn="l">
              <a:lnSpc>
                <a:spcPct val="90000"/>
              </a:lnSpc>
              <a:spcBef>
                <a:spcPts val="1000"/>
              </a:spcBef>
              <a:spcAft>
                <a:spcPts val="0"/>
              </a:spcAft>
              <a:buClr>
                <a:srgbClr val="000000"/>
              </a:buClr>
              <a:buSzPts val="2400"/>
              <a:buFont typeface="Calibri"/>
              <a:buNone/>
              <a:defRPr sz="2400" b="1"/>
            </a:lvl2pPr>
            <a:lvl3pPr marL="1371600" lvl="2" indent="-228600" algn="l">
              <a:lnSpc>
                <a:spcPct val="90000"/>
              </a:lnSpc>
              <a:spcBef>
                <a:spcPts val="1000"/>
              </a:spcBef>
              <a:spcAft>
                <a:spcPts val="0"/>
              </a:spcAft>
              <a:buClr>
                <a:srgbClr val="000000"/>
              </a:buClr>
              <a:buSzPts val="2400"/>
              <a:buFont typeface="Calibri"/>
              <a:buNone/>
              <a:defRPr sz="2400" b="1"/>
            </a:lvl3pPr>
            <a:lvl4pPr marL="1828800" lvl="3" indent="-228600" algn="l">
              <a:lnSpc>
                <a:spcPct val="90000"/>
              </a:lnSpc>
              <a:spcBef>
                <a:spcPts val="1000"/>
              </a:spcBef>
              <a:spcAft>
                <a:spcPts val="0"/>
              </a:spcAft>
              <a:buClr>
                <a:srgbClr val="000000"/>
              </a:buClr>
              <a:buSzPts val="2400"/>
              <a:buFont typeface="Calibri"/>
              <a:buNone/>
              <a:defRPr sz="2400" b="1"/>
            </a:lvl4pPr>
            <a:lvl5pPr marL="2286000" lvl="4" indent="-228600" algn="l">
              <a:lnSpc>
                <a:spcPct val="90000"/>
              </a:lnSpc>
              <a:spcBef>
                <a:spcPts val="1000"/>
              </a:spcBef>
              <a:spcAft>
                <a:spcPts val="0"/>
              </a:spcAft>
              <a:buClr>
                <a:srgbClr val="000000"/>
              </a:buClr>
              <a:buSzPts val="2400"/>
              <a:buFont typeface="Calibri"/>
              <a:buNone/>
              <a:defRPr sz="2400" b="1"/>
            </a:lvl5pPr>
            <a:lvl6pPr marL="2743200" lvl="5" indent="-406400" algn="l">
              <a:lnSpc>
                <a:spcPct val="90000"/>
              </a:lnSpc>
              <a:spcBef>
                <a:spcPts val="1000"/>
              </a:spcBef>
              <a:spcAft>
                <a:spcPts val="0"/>
              </a:spcAft>
              <a:buSzPts val="2800"/>
              <a:buChar char="•"/>
              <a:defRPr/>
            </a:lvl6pPr>
            <a:lvl7pPr marL="3200400" lvl="6" indent="-406400" algn="l">
              <a:lnSpc>
                <a:spcPct val="90000"/>
              </a:lnSpc>
              <a:spcBef>
                <a:spcPts val="1000"/>
              </a:spcBef>
              <a:spcAft>
                <a:spcPts val="0"/>
              </a:spcAft>
              <a:buSzPts val="2800"/>
              <a:buChar char="•"/>
              <a:defRPr/>
            </a:lvl7pPr>
            <a:lvl8pPr marL="3657600" lvl="7" indent="-406400" algn="l">
              <a:lnSpc>
                <a:spcPct val="90000"/>
              </a:lnSpc>
              <a:spcBef>
                <a:spcPts val="1000"/>
              </a:spcBef>
              <a:spcAft>
                <a:spcPts val="0"/>
              </a:spcAft>
              <a:buSzPts val="2800"/>
              <a:buChar char="•"/>
              <a:defRPr/>
            </a:lvl8pPr>
            <a:lvl9pPr marL="4114800" lvl="8" indent="-406400" algn="l">
              <a:lnSpc>
                <a:spcPct val="90000"/>
              </a:lnSpc>
              <a:spcBef>
                <a:spcPts val="1000"/>
              </a:spcBef>
              <a:spcAft>
                <a:spcPts val="0"/>
              </a:spcAft>
              <a:buSzPts val="2800"/>
              <a:buChar char="•"/>
              <a:defRPr/>
            </a:lvl9pPr>
          </a:lstStyle>
          <a:p>
            <a:endParaRPr/>
          </a:p>
        </p:txBody>
      </p:sp>
      <p:sp>
        <p:nvSpPr>
          <p:cNvPr id="36" name="Google Shape;36;p28"/>
          <p:cNvSpPr txBox="1">
            <a:spLocks noGrp="1"/>
          </p:cNvSpPr>
          <p:nvPr>
            <p:ph type="body" idx="2"/>
          </p:nvPr>
        </p:nvSpPr>
        <p:spPr>
          <a:xfrm>
            <a:off x="839788" y="2505075"/>
            <a:ext cx="5157789" cy="3684588"/>
          </a:xfrm>
          <a:prstGeom prst="rect">
            <a:avLst/>
          </a:prstGeom>
          <a:noFill/>
          <a:ln>
            <a:noFill/>
          </a:ln>
        </p:spPr>
        <p:txBody>
          <a:bodyPr spcFirstLastPara="1" wrap="square" lIns="45675" tIns="45675" rIns="45675" bIns="45675" anchor="t" anchorCtr="0">
            <a:normAutofit/>
          </a:bodyPr>
          <a:lstStyle>
            <a:lvl1pPr marL="457200" lvl="0" indent="-406400" algn="l">
              <a:lnSpc>
                <a:spcPct val="90000"/>
              </a:lnSpc>
              <a:spcBef>
                <a:spcPts val="1000"/>
              </a:spcBef>
              <a:spcAft>
                <a:spcPts val="0"/>
              </a:spcAft>
              <a:buSzPts val="2800"/>
              <a:buChar char="•"/>
              <a:defRPr/>
            </a:lvl1pPr>
            <a:lvl2pPr marL="914400" lvl="1" indent="-406400" algn="l">
              <a:lnSpc>
                <a:spcPct val="90000"/>
              </a:lnSpc>
              <a:spcBef>
                <a:spcPts val="1000"/>
              </a:spcBef>
              <a:spcAft>
                <a:spcPts val="0"/>
              </a:spcAft>
              <a:buSzPts val="2800"/>
              <a:buChar char="•"/>
              <a:defRPr/>
            </a:lvl2pPr>
            <a:lvl3pPr marL="1371600" lvl="2" indent="-406400" algn="l">
              <a:lnSpc>
                <a:spcPct val="90000"/>
              </a:lnSpc>
              <a:spcBef>
                <a:spcPts val="1000"/>
              </a:spcBef>
              <a:spcAft>
                <a:spcPts val="0"/>
              </a:spcAft>
              <a:buSzPts val="2800"/>
              <a:buChar char="•"/>
              <a:defRPr/>
            </a:lvl3pPr>
            <a:lvl4pPr marL="1828800" lvl="3" indent="-406400" algn="l">
              <a:lnSpc>
                <a:spcPct val="90000"/>
              </a:lnSpc>
              <a:spcBef>
                <a:spcPts val="1000"/>
              </a:spcBef>
              <a:spcAft>
                <a:spcPts val="0"/>
              </a:spcAft>
              <a:buSzPts val="2800"/>
              <a:buChar char="•"/>
              <a:defRPr/>
            </a:lvl4pPr>
            <a:lvl5pPr marL="2286000" lvl="4" indent="-406400" algn="l">
              <a:lnSpc>
                <a:spcPct val="90000"/>
              </a:lnSpc>
              <a:spcBef>
                <a:spcPts val="1000"/>
              </a:spcBef>
              <a:spcAft>
                <a:spcPts val="0"/>
              </a:spcAft>
              <a:buSzPts val="2800"/>
              <a:buChar char="•"/>
              <a:defRPr/>
            </a:lvl5pPr>
            <a:lvl6pPr marL="2743200" lvl="5" indent="-406400" algn="l">
              <a:lnSpc>
                <a:spcPct val="90000"/>
              </a:lnSpc>
              <a:spcBef>
                <a:spcPts val="1000"/>
              </a:spcBef>
              <a:spcAft>
                <a:spcPts val="0"/>
              </a:spcAft>
              <a:buSzPts val="2800"/>
              <a:buChar char="•"/>
              <a:defRPr/>
            </a:lvl6pPr>
            <a:lvl7pPr marL="3200400" lvl="6" indent="-406400" algn="l">
              <a:lnSpc>
                <a:spcPct val="90000"/>
              </a:lnSpc>
              <a:spcBef>
                <a:spcPts val="1000"/>
              </a:spcBef>
              <a:spcAft>
                <a:spcPts val="0"/>
              </a:spcAft>
              <a:buSzPts val="2800"/>
              <a:buChar char="•"/>
              <a:defRPr/>
            </a:lvl7pPr>
            <a:lvl8pPr marL="3657600" lvl="7" indent="-406400" algn="l">
              <a:lnSpc>
                <a:spcPct val="90000"/>
              </a:lnSpc>
              <a:spcBef>
                <a:spcPts val="1000"/>
              </a:spcBef>
              <a:spcAft>
                <a:spcPts val="0"/>
              </a:spcAft>
              <a:buSzPts val="2800"/>
              <a:buChar char="•"/>
              <a:defRPr/>
            </a:lvl8pPr>
            <a:lvl9pPr marL="4114800" lvl="8" indent="-406400" algn="l">
              <a:lnSpc>
                <a:spcPct val="90000"/>
              </a:lnSpc>
              <a:spcBef>
                <a:spcPts val="1000"/>
              </a:spcBef>
              <a:spcAft>
                <a:spcPts val="0"/>
              </a:spcAft>
              <a:buSzPts val="2800"/>
              <a:buChar char="•"/>
              <a:defRPr/>
            </a:lvl9pPr>
          </a:lstStyle>
          <a:p>
            <a:endParaRPr/>
          </a:p>
        </p:txBody>
      </p:sp>
      <p:sp>
        <p:nvSpPr>
          <p:cNvPr id="37" name="Google Shape;37;p28"/>
          <p:cNvSpPr txBox="1">
            <a:spLocks noGrp="1"/>
          </p:cNvSpPr>
          <p:nvPr>
            <p:ph type="body" idx="3"/>
          </p:nvPr>
        </p:nvSpPr>
        <p:spPr>
          <a:xfrm>
            <a:off x="6172201" y="1681163"/>
            <a:ext cx="5183189" cy="823913"/>
          </a:xfrm>
          <a:prstGeom prst="rect">
            <a:avLst/>
          </a:prstGeom>
          <a:noFill/>
          <a:ln>
            <a:noFill/>
          </a:ln>
        </p:spPr>
        <p:txBody>
          <a:bodyPr spcFirstLastPara="1" wrap="square" lIns="45675" tIns="45675" rIns="45675" bIns="45675" anchor="b" anchorCtr="0">
            <a:normAutofit/>
          </a:bodyPr>
          <a:lstStyle>
            <a:lvl1pPr marL="457200" lvl="0" indent="-406400" algn="l">
              <a:lnSpc>
                <a:spcPct val="90000"/>
              </a:lnSpc>
              <a:spcBef>
                <a:spcPts val="1000"/>
              </a:spcBef>
              <a:spcAft>
                <a:spcPts val="0"/>
              </a:spcAft>
              <a:buSzPts val="2800"/>
              <a:buChar char="•"/>
              <a:defRPr/>
            </a:lvl1pPr>
            <a:lvl2pPr marL="914400" lvl="1" indent="-406400" algn="l">
              <a:lnSpc>
                <a:spcPct val="90000"/>
              </a:lnSpc>
              <a:spcBef>
                <a:spcPts val="1000"/>
              </a:spcBef>
              <a:spcAft>
                <a:spcPts val="0"/>
              </a:spcAft>
              <a:buSzPts val="2800"/>
              <a:buChar char="•"/>
              <a:defRPr/>
            </a:lvl2pPr>
            <a:lvl3pPr marL="1371600" lvl="2" indent="-406400" algn="l">
              <a:lnSpc>
                <a:spcPct val="90000"/>
              </a:lnSpc>
              <a:spcBef>
                <a:spcPts val="1000"/>
              </a:spcBef>
              <a:spcAft>
                <a:spcPts val="0"/>
              </a:spcAft>
              <a:buSzPts val="2800"/>
              <a:buChar char="•"/>
              <a:defRPr/>
            </a:lvl3pPr>
            <a:lvl4pPr marL="1828800" lvl="3" indent="-406400" algn="l">
              <a:lnSpc>
                <a:spcPct val="90000"/>
              </a:lnSpc>
              <a:spcBef>
                <a:spcPts val="1000"/>
              </a:spcBef>
              <a:spcAft>
                <a:spcPts val="0"/>
              </a:spcAft>
              <a:buSzPts val="2800"/>
              <a:buChar char="•"/>
              <a:defRPr/>
            </a:lvl4pPr>
            <a:lvl5pPr marL="2286000" lvl="4" indent="-406400" algn="l">
              <a:lnSpc>
                <a:spcPct val="90000"/>
              </a:lnSpc>
              <a:spcBef>
                <a:spcPts val="1000"/>
              </a:spcBef>
              <a:spcAft>
                <a:spcPts val="0"/>
              </a:spcAft>
              <a:buSzPts val="2800"/>
              <a:buChar char="•"/>
              <a:defRPr/>
            </a:lvl5pPr>
            <a:lvl6pPr marL="2743200" lvl="5" indent="-406400" algn="l">
              <a:lnSpc>
                <a:spcPct val="90000"/>
              </a:lnSpc>
              <a:spcBef>
                <a:spcPts val="1000"/>
              </a:spcBef>
              <a:spcAft>
                <a:spcPts val="0"/>
              </a:spcAft>
              <a:buSzPts val="2800"/>
              <a:buChar char="•"/>
              <a:defRPr/>
            </a:lvl6pPr>
            <a:lvl7pPr marL="3200400" lvl="6" indent="-406400" algn="l">
              <a:lnSpc>
                <a:spcPct val="90000"/>
              </a:lnSpc>
              <a:spcBef>
                <a:spcPts val="1000"/>
              </a:spcBef>
              <a:spcAft>
                <a:spcPts val="0"/>
              </a:spcAft>
              <a:buSzPts val="2800"/>
              <a:buChar char="•"/>
              <a:defRPr/>
            </a:lvl7pPr>
            <a:lvl8pPr marL="3657600" lvl="7" indent="-406400" algn="l">
              <a:lnSpc>
                <a:spcPct val="90000"/>
              </a:lnSpc>
              <a:spcBef>
                <a:spcPts val="1000"/>
              </a:spcBef>
              <a:spcAft>
                <a:spcPts val="0"/>
              </a:spcAft>
              <a:buSzPts val="2800"/>
              <a:buChar char="•"/>
              <a:defRPr/>
            </a:lvl8pPr>
            <a:lvl9pPr marL="4114800" lvl="8" indent="-406400" algn="l">
              <a:lnSpc>
                <a:spcPct val="90000"/>
              </a:lnSpc>
              <a:spcBef>
                <a:spcPts val="1000"/>
              </a:spcBef>
              <a:spcAft>
                <a:spcPts val="0"/>
              </a:spcAft>
              <a:buSzPts val="2800"/>
              <a:buChar char="•"/>
              <a:defRPr/>
            </a:lvl9pPr>
          </a:lstStyle>
          <a:p>
            <a:endParaRPr/>
          </a:p>
        </p:txBody>
      </p:sp>
      <p:sp>
        <p:nvSpPr>
          <p:cNvPr id="38" name="Google Shape;38;p28"/>
          <p:cNvSpPr txBox="1">
            <a:spLocks noGrp="1"/>
          </p:cNvSpPr>
          <p:nvPr>
            <p:ph type="body" idx="4"/>
          </p:nvPr>
        </p:nvSpPr>
        <p:spPr>
          <a:xfrm>
            <a:off x="6172201" y="2505075"/>
            <a:ext cx="5183189" cy="3684588"/>
          </a:xfrm>
          <a:prstGeom prst="rect">
            <a:avLst/>
          </a:prstGeom>
          <a:noFill/>
          <a:ln>
            <a:noFill/>
          </a:ln>
        </p:spPr>
        <p:txBody>
          <a:bodyPr spcFirstLastPara="1" wrap="square" lIns="45675" tIns="45675" rIns="45675" bIns="45675" anchor="t" anchorCtr="0">
            <a:normAutofit/>
          </a:bodyPr>
          <a:lstStyle>
            <a:lvl1pPr marL="457200" lvl="0" indent="-406400" algn="l">
              <a:lnSpc>
                <a:spcPct val="90000"/>
              </a:lnSpc>
              <a:spcBef>
                <a:spcPts val="1000"/>
              </a:spcBef>
              <a:spcAft>
                <a:spcPts val="0"/>
              </a:spcAft>
              <a:buSzPts val="2800"/>
              <a:buChar char="•"/>
              <a:defRPr/>
            </a:lvl1pPr>
            <a:lvl2pPr marL="914400" lvl="1" indent="-406400" algn="l">
              <a:lnSpc>
                <a:spcPct val="90000"/>
              </a:lnSpc>
              <a:spcBef>
                <a:spcPts val="1000"/>
              </a:spcBef>
              <a:spcAft>
                <a:spcPts val="0"/>
              </a:spcAft>
              <a:buSzPts val="2800"/>
              <a:buChar char="•"/>
              <a:defRPr/>
            </a:lvl2pPr>
            <a:lvl3pPr marL="1371600" lvl="2" indent="-406400" algn="l">
              <a:lnSpc>
                <a:spcPct val="90000"/>
              </a:lnSpc>
              <a:spcBef>
                <a:spcPts val="1000"/>
              </a:spcBef>
              <a:spcAft>
                <a:spcPts val="0"/>
              </a:spcAft>
              <a:buSzPts val="2800"/>
              <a:buChar char="•"/>
              <a:defRPr/>
            </a:lvl3pPr>
            <a:lvl4pPr marL="1828800" lvl="3" indent="-406400" algn="l">
              <a:lnSpc>
                <a:spcPct val="90000"/>
              </a:lnSpc>
              <a:spcBef>
                <a:spcPts val="1000"/>
              </a:spcBef>
              <a:spcAft>
                <a:spcPts val="0"/>
              </a:spcAft>
              <a:buSzPts val="2800"/>
              <a:buChar char="•"/>
              <a:defRPr/>
            </a:lvl4pPr>
            <a:lvl5pPr marL="2286000" lvl="4" indent="-406400" algn="l">
              <a:lnSpc>
                <a:spcPct val="90000"/>
              </a:lnSpc>
              <a:spcBef>
                <a:spcPts val="1000"/>
              </a:spcBef>
              <a:spcAft>
                <a:spcPts val="0"/>
              </a:spcAft>
              <a:buSzPts val="2800"/>
              <a:buChar char="•"/>
              <a:defRPr/>
            </a:lvl5pPr>
            <a:lvl6pPr marL="2743200" lvl="5" indent="-406400" algn="l">
              <a:lnSpc>
                <a:spcPct val="90000"/>
              </a:lnSpc>
              <a:spcBef>
                <a:spcPts val="1000"/>
              </a:spcBef>
              <a:spcAft>
                <a:spcPts val="0"/>
              </a:spcAft>
              <a:buSzPts val="2800"/>
              <a:buChar char="•"/>
              <a:defRPr/>
            </a:lvl6pPr>
            <a:lvl7pPr marL="3200400" lvl="6" indent="-406400" algn="l">
              <a:lnSpc>
                <a:spcPct val="90000"/>
              </a:lnSpc>
              <a:spcBef>
                <a:spcPts val="1000"/>
              </a:spcBef>
              <a:spcAft>
                <a:spcPts val="0"/>
              </a:spcAft>
              <a:buSzPts val="2800"/>
              <a:buChar char="•"/>
              <a:defRPr/>
            </a:lvl7pPr>
            <a:lvl8pPr marL="3657600" lvl="7" indent="-406400" algn="l">
              <a:lnSpc>
                <a:spcPct val="90000"/>
              </a:lnSpc>
              <a:spcBef>
                <a:spcPts val="1000"/>
              </a:spcBef>
              <a:spcAft>
                <a:spcPts val="0"/>
              </a:spcAft>
              <a:buSzPts val="2800"/>
              <a:buChar char="•"/>
              <a:defRPr/>
            </a:lvl8pPr>
            <a:lvl9pPr marL="4114800" lvl="8" indent="-406400" algn="l">
              <a:lnSpc>
                <a:spcPct val="90000"/>
              </a:lnSpc>
              <a:spcBef>
                <a:spcPts val="1000"/>
              </a:spcBef>
              <a:spcAft>
                <a:spcPts val="0"/>
              </a:spcAft>
              <a:buSzPts val="2800"/>
              <a:buChar char="•"/>
              <a:defRPr/>
            </a:lvl9pPr>
          </a:lstStyle>
          <a:p>
            <a:endParaRPr/>
          </a:p>
        </p:txBody>
      </p:sp>
      <p:sp>
        <p:nvSpPr>
          <p:cNvPr id="39" name="Google Shape;39;p28"/>
          <p:cNvSpPr txBox="1">
            <a:spLocks noGrp="1"/>
          </p:cNvSpPr>
          <p:nvPr>
            <p:ph type="sldNum" idx="12"/>
          </p:nvPr>
        </p:nvSpPr>
        <p:spPr>
          <a:xfrm>
            <a:off x="11095216" y="6414782"/>
            <a:ext cx="258585" cy="248265"/>
          </a:xfrm>
          <a:prstGeom prst="rect">
            <a:avLst/>
          </a:prstGeom>
          <a:noFill/>
          <a:ln>
            <a:noFill/>
          </a:ln>
        </p:spPr>
        <p:txBody>
          <a:bodyPr spcFirstLastPara="1" wrap="square" lIns="45675" tIns="45675" rIns="45675" bIns="45675" anchor="ctr" anchorCtr="0">
            <a:spAutoFit/>
          </a:bodyPr>
          <a:lstStyle>
            <a:lvl1pPr marL="0" marR="0" lvl="0"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_ONLY" type="titleOnly">
  <p:cSld name="TITLE_ONLY">
    <p:spTree>
      <p:nvGrpSpPr>
        <p:cNvPr id="1" name="Shape 40"/>
        <p:cNvGrpSpPr/>
        <p:nvPr/>
      </p:nvGrpSpPr>
      <p:grpSpPr>
        <a:xfrm>
          <a:off x="0" y="0"/>
          <a:ext cx="0" cy="0"/>
          <a:chOff x="0" y="0"/>
          <a:chExt cx="0" cy="0"/>
        </a:xfrm>
      </p:grpSpPr>
      <p:sp>
        <p:nvSpPr>
          <p:cNvPr id="41" name="Google Shape;41;p29"/>
          <p:cNvSpPr txBox="1">
            <a:spLocks noGrp="1"/>
          </p:cNvSpPr>
          <p:nvPr>
            <p:ph type="title"/>
          </p:nvPr>
        </p:nvSpPr>
        <p:spPr>
          <a:xfrm>
            <a:off x="838200" y="365127"/>
            <a:ext cx="10515600" cy="1325563"/>
          </a:xfrm>
          <a:prstGeom prst="rect">
            <a:avLst/>
          </a:prstGeom>
          <a:noFill/>
          <a:ln>
            <a:noFill/>
          </a:ln>
        </p:spPr>
        <p:txBody>
          <a:bodyPr spcFirstLastPara="1" wrap="square" lIns="45675" tIns="45675" rIns="45675" bIns="45675" anchor="ctr" anchorCtr="0">
            <a:normAutofit/>
          </a:bodyPr>
          <a:lstStyle>
            <a:lvl1pPr lvl="0" algn="l">
              <a:lnSpc>
                <a:spcPct val="90000"/>
              </a:lnSpc>
              <a:spcBef>
                <a:spcPts val="0"/>
              </a:spcBef>
              <a:spcAft>
                <a:spcPts val="0"/>
              </a:spcAft>
              <a:buClr>
                <a:srgbClr val="000000"/>
              </a:buClr>
              <a:buSzPts val="1800"/>
              <a:buNone/>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a:endParaRPr/>
          </a:p>
        </p:txBody>
      </p:sp>
      <p:sp>
        <p:nvSpPr>
          <p:cNvPr id="42" name="Google Shape;42;p29"/>
          <p:cNvSpPr txBox="1">
            <a:spLocks noGrp="1"/>
          </p:cNvSpPr>
          <p:nvPr>
            <p:ph type="sldNum" idx="12"/>
          </p:nvPr>
        </p:nvSpPr>
        <p:spPr>
          <a:xfrm>
            <a:off x="11095216" y="6414782"/>
            <a:ext cx="258585" cy="248265"/>
          </a:xfrm>
          <a:prstGeom prst="rect">
            <a:avLst/>
          </a:prstGeom>
          <a:noFill/>
          <a:ln>
            <a:noFill/>
          </a:ln>
        </p:spPr>
        <p:txBody>
          <a:bodyPr spcFirstLastPara="1" wrap="square" lIns="45675" tIns="45675" rIns="45675" bIns="45675" anchor="ctr" anchorCtr="0">
            <a:spAutoFit/>
          </a:bodyPr>
          <a:lstStyle>
            <a:lvl1pPr marL="0" marR="0" lvl="0"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OBJECT_WITH_CAPTION_TEXT" type="objTx">
  <p:cSld name="OBJECT_WITH_CAPTION_TEXT">
    <p:spTree>
      <p:nvGrpSpPr>
        <p:cNvPr id="1" name="Shape 43"/>
        <p:cNvGrpSpPr/>
        <p:nvPr/>
      </p:nvGrpSpPr>
      <p:grpSpPr>
        <a:xfrm>
          <a:off x="0" y="0"/>
          <a:ext cx="0" cy="0"/>
          <a:chOff x="0" y="0"/>
          <a:chExt cx="0" cy="0"/>
        </a:xfrm>
      </p:grpSpPr>
      <p:sp>
        <p:nvSpPr>
          <p:cNvPr id="44" name="Google Shape;44;p30"/>
          <p:cNvSpPr txBox="1">
            <a:spLocks noGrp="1"/>
          </p:cNvSpPr>
          <p:nvPr>
            <p:ph type="title"/>
          </p:nvPr>
        </p:nvSpPr>
        <p:spPr>
          <a:xfrm>
            <a:off x="839787" y="457200"/>
            <a:ext cx="3932239" cy="1600200"/>
          </a:xfrm>
          <a:prstGeom prst="rect">
            <a:avLst/>
          </a:prstGeom>
          <a:noFill/>
          <a:ln>
            <a:noFill/>
          </a:ln>
        </p:spPr>
        <p:txBody>
          <a:bodyPr spcFirstLastPara="1" wrap="square" lIns="45675" tIns="45675" rIns="45675" bIns="45675" anchor="b" anchorCtr="0">
            <a:normAutofit/>
          </a:bodyPr>
          <a:lstStyle>
            <a:lvl1pPr lvl="0" algn="l">
              <a:lnSpc>
                <a:spcPct val="90000"/>
              </a:lnSpc>
              <a:spcBef>
                <a:spcPts val="0"/>
              </a:spcBef>
              <a:spcAft>
                <a:spcPts val="0"/>
              </a:spcAft>
              <a:buClr>
                <a:srgbClr val="000000"/>
              </a:buClr>
              <a:buSzPts val="3200"/>
              <a:buFont typeface="Calibri"/>
              <a:buNone/>
              <a:defRPr sz="3200"/>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a:endParaRPr/>
          </a:p>
        </p:txBody>
      </p:sp>
      <p:sp>
        <p:nvSpPr>
          <p:cNvPr id="45" name="Google Shape;45;p30"/>
          <p:cNvSpPr txBox="1">
            <a:spLocks noGrp="1"/>
          </p:cNvSpPr>
          <p:nvPr>
            <p:ph type="body" idx="1"/>
          </p:nvPr>
        </p:nvSpPr>
        <p:spPr>
          <a:xfrm>
            <a:off x="5183187" y="987427"/>
            <a:ext cx="6172201" cy="4873626"/>
          </a:xfrm>
          <a:prstGeom prst="rect">
            <a:avLst/>
          </a:prstGeom>
          <a:noFill/>
          <a:ln>
            <a:noFill/>
          </a:ln>
        </p:spPr>
        <p:txBody>
          <a:bodyPr spcFirstLastPara="1" wrap="square" lIns="45675" tIns="45675" rIns="45675" bIns="45675" anchor="t" anchorCtr="0">
            <a:normAutofit/>
          </a:bodyPr>
          <a:lstStyle>
            <a:lvl1pPr marL="457200" lvl="0" indent="-431800" algn="l">
              <a:lnSpc>
                <a:spcPct val="90000"/>
              </a:lnSpc>
              <a:spcBef>
                <a:spcPts val="1000"/>
              </a:spcBef>
              <a:spcAft>
                <a:spcPts val="0"/>
              </a:spcAft>
              <a:buSzPts val="3200"/>
              <a:buChar char="•"/>
              <a:defRPr sz="3200"/>
            </a:lvl1pPr>
            <a:lvl2pPr marL="914400" lvl="1" indent="-431800" algn="l">
              <a:lnSpc>
                <a:spcPct val="90000"/>
              </a:lnSpc>
              <a:spcBef>
                <a:spcPts val="1000"/>
              </a:spcBef>
              <a:spcAft>
                <a:spcPts val="0"/>
              </a:spcAft>
              <a:buSzPts val="3200"/>
              <a:buChar char="•"/>
              <a:defRPr sz="3200"/>
            </a:lvl2pPr>
            <a:lvl3pPr marL="1371600" lvl="2" indent="-431800" algn="l">
              <a:lnSpc>
                <a:spcPct val="90000"/>
              </a:lnSpc>
              <a:spcBef>
                <a:spcPts val="1000"/>
              </a:spcBef>
              <a:spcAft>
                <a:spcPts val="0"/>
              </a:spcAft>
              <a:buSzPts val="3200"/>
              <a:buChar char="•"/>
              <a:defRPr sz="3200"/>
            </a:lvl3pPr>
            <a:lvl4pPr marL="1828800" lvl="3" indent="-431800" algn="l">
              <a:lnSpc>
                <a:spcPct val="90000"/>
              </a:lnSpc>
              <a:spcBef>
                <a:spcPts val="1000"/>
              </a:spcBef>
              <a:spcAft>
                <a:spcPts val="0"/>
              </a:spcAft>
              <a:buSzPts val="3200"/>
              <a:buChar char="•"/>
              <a:defRPr sz="3200"/>
            </a:lvl4pPr>
            <a:lvl5pPr marL="2286000" lvl="4" indent="-431800" algn="l">
              <a:lnSpc>
                <a:spcPct val="90000"/>
              </a:lnSpc>
              <a:spcBef>
                <a:spcPts val="1000"/>
              </a:spcBef>
              <a:spcAft>
                <a:spcPts val="0"/>
              </a:spcAft>
              <a:buSzPts val="3200"/>
              <a:buChar char="•"/>
              <a:defRPr sz="3200"/>
            </a:lvl5pPr>
            <a:lvl6pPr marL="2743200" lvl="5" indent="-406400" algn="l">
              <a:lnSpc>
                <a:spcPct val="90000"/>
              </a:lnSpc>
              <a:spcBef>
                <a:spcPts val="1000"/>
              </a:spcBef>
              <a:spcAft>
                <a:spcPts val="0"/>
              </a:spcAft>
              <a:buSzPts val="2800"/>
              <a:buChar char="•"/>
              <a:defRPr/>
            </a:lvl6pPr>
            <a:lvl7pPr marL="3200400" lvl="6" indent="-406400" algn="l">
              <a:lnSpc>
                <a:spcPct val="90000"/>
              </a:lnSpc>
              <a:spcBef>
                <a:spcPts val="1000"/>
              </a:spcBef>
              <a:spcAft>
                <a:spcPts val="0"/>
              </a:spcAft>
              <a:buSzPts val="2800"/>
              <a:buChar char="•"/>
              <a:defRPr/>
            </a:lvl7pPr>
            <a:lvl8pPr marL="3657600" lvl="7" indent="-406400" algn="l">
              <a:lnSpc>
                <a:spcPct val="90000"/>
              </a:lnSpc>
              <a:spcBef>
                <a:spcPts val="1000"/>
              </a:spcBef>
              <a:spcAft>
                <a:spcPts val="0"/>
              </a:spcAft>
              <a:buSzPts val="2800"/>
              <a:buChar char="•"/>
              <a:defRPr/>
            </a:lvl8pPr>
            <a:lvl9pPr marL="4114800" lvl="8" indent="-406400" algn="l">
              <a:lnSpc>
                <a:spcPct val="90000"/>
              </a:lnSpc>
              <a:spcBef>
                <a:spcPts val="1000"/>
              </a:spcBef>
              <a:spcAft>
                <a:spcPts val="0"/>
              </a:spcAft>
              <a:buSzPts val="2800"/>
              <a:buChar char="•"/>
              <a:defRPr/>
            </a:lvl9pPr>
          </a:lstStyle>
          <a:p>
            <a:endParaRPr/>
          </a:p>
        </p:txBody>
      </p:sp>
      <p:sp>
        <p:nvSpPr>
          <p:cNvPr id="46" name="Google Shape;46;p30"/>
          <p:cNvSpPr txBox="1">
            <a:spLocks noGrp="1"/>
          </p:cNvSpPr>
          <p:nvPr>
            <p:ph type="body" idx="2"/>
          </p:nvPr>
        </p:nvSpPr>
        <p:spPr>
          <a:xfrm>
            <a:off x="839787" y="2057400"/>
            <a:ext cx="3932239" cy="3811588"/>
          </a:xfrm>
          <a:prstGeom prst="rect">
            <a:avLst/>
          </a:prstGeom>
          <a:noFill/>
          <a:ln>
            <a:noFill/>
          </a:ln>
        </p:spPr>
        <p:txBody>
          <a:bodyPr spcFirstLastPara="1" wrap="square" lIns="45675" tIns="45675" rIns="45675" bIns="45675" anchor="t" anchorCtr="0">
            <a:normAutofit/>
          </a:bodyPr>
          <a:lstStyle>
            <a:lvl1pPr marL="457200" lvl="0" indent="-406400" algn="l">
              <a:lnSpc>
                <a:spcPct val="90000"/>
              </a:lnSpc>
              <a:spcBef>
                <a:spcPts val="1000"/>
              </a:spcBef>
              <a:spcAft>
                <a:spcPts val="0"/>
              </a:spcAft>
              <a:buSzPts val="2800"/>
              <a:buChar char="•"/>
              <a:defRPr/>
            </a:lvl1pPr>
            <a:lvl2pPr marL="914400" lvl="1" indent="-406400" algn="l">
              <a:lnSpc>
                <a:spcPct val="90000"/>
              </a:lnSpc>
              <a:spcBef>
                <a:spcPts val="1000"/>
              </a:spcBef>
              <a:spcAft>
                <a:spcPts val="0"/>
              </a:spcAft>
              <a:buSzPts val="2800"/>
              <a:buChar char="•"/>
              <a:defRPr/>
            </a:lvl2pPr>
            <a:lvl3pPr marL="1371600" lvl="2" indent="-406400" algn="l">
              <a:lnSpc>
                <a:spcPct val="90000"/>
              </a:lnSpc>
              <a:spcBef>
                <a:spcPts val="1000"/>
              </a:spcBef>
              <a:spcAft>
                <a:spcPts val="0"/>
              </a:spcAft>
              <a:buSzPts val="2800"/>
              <a:buChar char="•"/>
              <a:defRPr/>
            </a:lvl3pPr>
            <a:lvl4pPr marL="1828800" lvl="3" indent="-406400" algn="l">
              <a:lnSpc>
                <a:spcPct val="90000"/>
              </a:lnSpc>
              <a:spcBef>
                <a:spcPts val="1000"/>
              </a:spcBef>
              <a:spcAft>
                <a:spcPts val="0"/>
              </a:spcAft>
              <a:buSzPts val="2800"/>
              <a:buChar char="•"/>
              <a:defRPr/>
            </a:lvl4pPr>
            <a:lvl5pPr marL="2286000" lvl="4" indent="-406400" algn="l">
              <a:lnSpc>
                <a:spcPct val="90000"/>
              </a:lnSpc>
              <a:spcBef>
                <a:spcPts val="1000"/>
              </a:spcBef>
              <a:spcAft>
                <a:spcPts val="0"/>
              </a:spcAft>
              <a:buSzPts val="2800"/>
              <a:buChar char="•"/>
              <a:defRPr/>
            </a:lvl5pPr>
            <a:lvl6pPr marL="2743200" lvl="5" indent="-406400" algn="l">
              <a:lnSpc>
                <a:spcPct val="90000"/>
              </a:lnSpc>
              <a:spcBef>
                <a:spcPts val="1000"/>
              </a:spcBef>
              <a:spcAft>
                <a:spcPts val="0"/>
              </a:spcAft>
              <a:buSzPts val="2800"/>
              <a:buChar char="•"/>
              <a:defRPr/>
            </a:lvl6pPr>
            <a:lvl7pPr marL="3200400" lvl="6" indent="-406400" algn="l">
              <a:lnSpc>
                <a:spcPct val="90000"/>
              </a:lnSpc>
              <a:spcBef>
                <a:spcPts val="1000"/>
              </a:spcBef>
              <a:spcAft>
                <a:spcPts val="0"/>
              </a:spcAft>
              <a:buSzPts val="2800"/>
              <a:buChar char="•"/>
              <a:defRPr/>
            </a:lvl7pPr>
            <a:lvl8pPr marL="3657600" lvl="7" indent="-406400" algn="l">
              <a:lnSpc>
                <a:spcPct val="90000"/>
              </a:lnSpc>
              <a:spcBef>
                <a:spcPts val="1000"/>
              </a:spcBef>
              <a:spcAft>
                <a:spcPts val="0"/>
              </a:spcAft>
              <a:buSzPts val="2800"/>
              <a:buChar char="•"/>
              <a:defRPr/>
            </a:lvl8pPr>
            <a:lvl9pPr marL="4114800" lvl="8" indent="-406400" algn="l">
              <a:lnSpc>
                <a:spcPct val="90000"/>
              </a:lnSpc>
              <a:spcBef>
                <a:spcPts val="1000"/>
              </a:spcBef>
              <a:spcAft>
                <a:spcPts val="0"/>
              </a:spcAft>
              <a:buSzPts val="2800"/>
              <a:buChar char="•"/>
              <a:defRPr/>
            </a:lvl9pPr>
          </a:lstStyle>
          <a:p>
            <a:endParaRPr/>
          </a:p>
        </p:txBody>
      </p:sp>
      <p:sp>
        <p:nvSpPr>
          <p:cNvPr id="47" name="Google Shape;47;p30"/>
          <p:cNvSpPr txBox="1">
            <a:spLocks noGrp="1"/>
          </p:cNvSpPr>
          <p:nvPr>
            <p:ph type="sldNum" idx="12"/>
          </p:nvPr>
        </p:nvSpPr>
        <p:spPr>
          <a:xfrm>
            <a:off x="11095216" y="6414782"/>
            <a:ext cx="258585" cy="248265"/>
          </a:xfrm>
          <a:prstGeom prst="rect">
            <a:avLst/>
          </a:prstGeom>
          <a:noFill/>
          <a:ln>
            <a:noFill/>
          </a:ln>
        </p:spPr>
        <p:txBody>
          <a:bodyPr spcFirstLastPara="1" wrap="square" lIns="45675" tIns="45675" rIns="45675" bIns="45675" anchor="ctr" anchorCtr="0">
            <a:spAutoFit/>
          </a:bodyPr>
          <a:lstStyle>
            <a:lvl1pPr marL="0" marR="0" lvl="0"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_TEXT" type="vertTx">
  <p:cSld name="VERTICAL_TEXT">
    <p:spTree>
      <p:nvGrpSpPr>
        <p:cNvPr id="1" name="Shape 48"/>
        <p:cNvGrpSpPr/>
        <p:nvPr/>
      </p:nvGrpSpPr>
      <p:grpSpPr>
        <a:xfrm>
          <a:off x="0" y="0"/>
          <a:ext cx="0" cy="0"/>
          <a:chOff x="0" y="0"/>
          <a:chExt cx="0" cy="0"/>
        </a:xfrm>
      </p:grpSpPr>
      <p:sp>
        <p:nvSpPr>
          <p:cNvPr id="49" name="Google Shape;49;p32"/>
          <p:cNvSpPr txBox="1">
            <a:spLocks noGrp="1"/>
          </p:cNvSpPr>
          <p:nvPr>
            <p:ph type="title"/>
          </p:nvPr>
        </p:nvSpPr>
        <p:spPr>
          <a:xfrm>
            <a:off x="838200" y="365127"/>
            <a:ext cx="10515600" cy="1325563"/>
          </a:xfrm>
          <a:prstGeom prst="rect">
            <a:avLst/>
          </a:prstGeom>
          <a:noFill/>
          <a:ln>
            <a:noFill/>
          </a:ln>
        </p:spPr>
        <p:txBody>
          <a:bodyPr spcFirstLastPara="1" wrap="square" lIns="45675" tIns="45675" rIns="45675" bIns="45675" anchor="ctr" anchorCtr="0">
            <a:normAutofit/>
          </a:bodyPr>
          <a:lstStyle>
            <a:lvl1pPr lvl="0" algn="l">
              <a:lnSpc>
                <a:spcPct val="90000"/>
              </a:lnSpc>
              <a:spcBef>
                <a:spcPts val="0"/>
              </a:spcBef>
              <a:spcAft>
                <a:spcPts val="0"/>
              </a:spcAft>
              <a:buClr>
                <a:srgbClr val="000000"/>
              </a:buClr>
              <a:buSzPts val="1800"/>
              <a:buNone/>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a:endParaRPr/>
          </a:p>
        </p:txBody>
      </p:sp>
      <p:sp>
        <p:nvSpPr>
          <p:cNvPr id="50" name="Google Shape;50;p32"/>
          <p:cNvSpPr txBox="1">
            <a:spLocks noGrp="1"/>
          </p:cNvSpPr>
          <p:nvPr>
            <p:ph type="body" idx="1"/>
          </p:nvPr>
        </p:nvSpPr>
        <p:spPr>
          <a:xfrm rot="5400000">
            <a:off x="3920330" y="-1256506"/>
            <a:ext cx="4351339" cy="10515601"/>
          </a:xfrm>
          <a:prstGeom prst="rect">
            <a:avLst/>
          </a:prstGeom>
          <a:noFill/>
          <a:ln>
            <a:noFill/>
          </a:ln>
        </p:spPr>
        <p:txBody>
          <a:bodyPr spcFirstLastPara="1" wrap="square" lIns="45675" tIns="45675" rIns="45675" bIns="45675" anchor="t" anchorCtr="0">
            <a:normAutofit/>
          </a:bodyPr>
          <a:lstStyle>
            <a:lvl1pPr marL="457200" lvl="0" indent="-406400" algn="l">
              <a:lnSpc>
                <a:spcPct val="90000"/>
              </a:lnSpc>
              <a:spcBef>
                <a:spcPts val="1000"/>
              </a:spcBef>
              <a:spcAft>
                <a:spcPts val="0"/>
              </a:spcAft>
              <a:buSzPts val="2800"/>
              <a:buChar char="•"/>
              <a:defRPr/>
            </a:lvl1pPr>
            <a:lvl2pPr marL="914400" lvl="1" indent="-406400" algn="l">
              <a:lnSpc>
                <a:spcPct val="90000"/>
              </a:lnSpc>
              <a:spcBef>
                <a:spcPts val="1000"/>
              </a:spcBef>
              <a:spcAft>
                <a:spcPts val="0"/>
              </a:spcAft>
              <a:buSzPts val="2800"/>
              <a:buChar char="•"/>
              <a:defRPr/>
            </a:lvl2pPr>
            <a:lvl3pPr marL="1371600" lvl="2" indent="-406400" algn="l">
              <a:lnSpc>
                <a:spcPct val="90000"/>
              </a:lnSpc>
              <a:spcBef>
                <a:spcPts val="1000"/>
              </a:spcBef>
              <a:spcAft>
                <a:spcPts val="0"/>
              </a:spcAft>
              <a:buSzPts val="2800"/>
              <a:buChar char="•"/>
              <a:defRPr/>
            </a:lvl3pPr>
            <a:lvl4pPr marL="1828800" lvl="3" indent="-406400" algn="l">
              <a:lnSpc>
                <a:spcPct val="90000"/>
              </a:lnSpc>
              <a:spcBef>
                <a:spcPts val="1000"/>
              </a:spcBef>
              <a:spcAft>
                <a:spcPts val="0"/>
              </a:spcAft>
              <a:buSzPts val="2800"/>
              <a:buChar char="•"/>
              <a:defRPr/>
            </a:lvl4pPr>
            <a:lvl5pPr marL="2286000" lvl="4" indent="-406400" algn="l">
              <a:lnSpc>
                <a:spcPct val="90000"/>
              </a:lnSpc>
              <a:spcBef>
                <a:spcPts val="1000"/>
              </a:spcBef>
              <a:spcAft>
                <a:spcPts val="0"/>
              </a:spcAft>
              <a:buSzPts val="2800"/>
              <a:buChar char="•"/>
              <a:defRPr/>
            </a:lvl5pPr>
            <a:lvl6pPr marL="2743200" lvl="5" indent="-406400" algn="l">
              <a:lnSpc>
                <a:spcPct val="90000"/>
              </a:lnSpc>
              <a:spcBef>
                <a:spcPts val="1000"/>
              </a:spcBef>
              <a:spcAft>
                <a:spcPts val="0"/>
              </a:spcAft>
              <a:buSzPts val="2800"/>
              <a:buChar char="•"/>
              <a:defRPr/>
            </a:lvl6pPr>
            <a:lvl7pPr marL="3200400" lvl="6" indent="-406400" algn="l">
              <a:lnSpc>
                <a:spcPct val="90000"/>
              </a:lnSpc>
              <a:spcBef>
                <a:spcPts val="1000"/>
              </a:spcBef>
              <a:spcAft>
                <a:spcPts val="0"/>
              </a:spcAft>
              <a:buSzPts val="2800"/>
              <a:buChar char="•"/>
              <a:defRPr/>
            </a:lvl7pPr>
            <a:lvl8pPr marL="3657600" lvl="7" indent="-406400" algn="l">
              <a:lnSpc>
                <a:spcPct val="90000"/>
              </a:lnSpc>
              <a:spcBef>
                <a:spcPts val="1000"/>
              </a:spcBef>
              <a:spcAft>
                <a:spcPts val="0"/>
              </a:spcAft>
              <a:buSzPts val="2800"/>
              <a:buChar char="•"/>
              <a:defRPr/>
            </a:lvl8pPr>
            <a:lvl9pPr marL="4114800" lvl="8" indent="-406400" algn="l">
              <a:lnSpc>
                <a:spcPct val="90000"/>
              </a:lnSpc>
              <a:spcBef>
                <a:spcPts val="1000"/>
              </a:spcBef>
              <a:spcAft>
                <a:spcPts val="0"/>
              </a:spcAft>
              <a:buSzPts val="2800"/>
              <a:buChar char="•"/>
              <a:defRPr/>
            </a:lvl9pPr>
          </a:lstStyle>
          <a:p>
            <a:endParaRPr/>
          </a:p>
        </p:txBody>
      </p:sp>
      <p:sp>
        <p:nvSpPr>
          <p:cNvPr id="51" name="Google Shape;51;p32"/>
          <p:cNvSpPr txBox="1">
            <a:spLocks noGrp="1"/>
          </p:cNvSpPr>
          <p:nvPr>
            <p:ph type="sldNum" idx="12"/>
          </p:nvPr>
        </p:nvSpPr>
        <p:spPr>
          <a:xfrm>
            <a:off x="11095216" y="6414782"/>
            <a:ext cx="258585" cy="248265"/>
          </a:xfrm>
          <a:prstGeom prst="rect">
            <a:avLst/>
          </a:prstGeom>
          <a:noFill/>
          <a:ln>
            <a:noFill/>
          </a:ln>
        </p:spPr>
        <p:txBody>
          <a:bodyPr spcFirstLastPara="1" wrap="square" lIns="45675" tIns="45675" rIns="45675" bIns="45675" anchor="ctr" anchorCtr="0">
            <a:spAutoFit/>
          </a:bodyPr>
          <a:lstStyle>
            <a:lvl1pPr marL="0" marR="0" lvl="0"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_TITLE_AND_VERTICAL_TEXT" type="vertTitleAndTx">
  <p:cSld name="VERTICAL_TITLE_AND_VERTICAL_TEXT">
    <p:spTree>
      <p:nvGrpSpPr>
        <p:cNvPr id="1" name="Shape 52"/>
        <p:cNvGrpSpPr/>
        <p:nvPr/>
      </p:nvGrpSpPr>
      <p:grpSpPr>
        <a:xfrm>
          <a:off x="0" y="0"/>
          <a:ext cx="0" cy="0"/>
          <a:chOff x="0" y="0"/>
          <a:chExt cx="0" cy="0"/>
        </a:xfrm>
      </p:grpSpPr>
      <p:sp>
        <p:nvSpPr>
          <p:cNvPr id="53" name="Google Shape;53;p33"/>
          <p:cNvSpPr txBox="1">
            <a:spLocks noGrp="1"/>
          </p:cNvSpPr>
          <p:nvPr>
            <p:ph type="title"/>
          </p:nvPr>
        </p:nvSpPr>
        <p:spPr>
          <a:xfrm rot="5400000">
            <a:off x="7133432" y="1956593"/>
            <a:ext cx="5811838" cy="2628901"/>
          </a:xfrm>
          <a:prstGeom prst="rect">
            <a:avLst/>
          </a:prstGeom>
          <a:noFill/>
          <a:ln>
            <a:noFill/>
          </a:ln>
        </p:spPr>
        <p:txBody>
          <a:bodyPr spcFirstLastPara="1" wrap="square" lIns="45675" tIns="45675" rIns="45675" bIns="45675" anchor="ctr" anchorCtr="0">
            <a:normAutofit/>
          </a:bodyPr>
          <a:lstStyle>
            <a:lvl1pPr lvl="0" algn="l">
              <a:lnSpc>
                <a:spcPct val="90000"/>
              </a:lnSpc>
              <a:spcBef>
                <a:spcPts val="0"/>
              </a:spcBef>
              <a:spcAft>
                <a:spcPts val="0"/>
              </a:spcAft>
              <a:buClr>
                <a:srgbClr val="000000"/>
              </a:buClr>
              <a:buSzPts val="1800"/>
              <a:buNone/>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a:endParaRPr/>
          </a:p>
        </p:txBody>
      </p:sp>
      <p:sp>
        <p:nvSpPr>
          <p:cNvPr id="54" name="Google Shape;54;p33"/>
          <p:cNvSpPr txBox="1">
            <a:spLocks noGrp="1"/>
          </p:cNvSpPr>
          <p:nvPr>
            <p:ph type="body" idx="1"/>
          </p:nvPr>
        </p:nvSpPr>
        <p:spPr>
          <a:xfrm rot="5400000">
            <a:off x="1799432" y="-596107"/>
            <a:ext cx="5811838" cy="7734301"/>
          </a:xfrm>
          <a:prstGeom prst="rect">
            <a:avLst/>
          </a:prstGeom>
          <a:noFill/>
          <a:ln>
            <a:noFill/>
          </a:ln>
        </p:spPr>
        <p:txBody>
          <a:bodyPr spcFirstLastPara="1" wrap="square" lIns="45675" tIns="45675" rIns="45675" bIns="45675" anchor="t" anchorCtr="0">
            <a:normAutofit/>
          </a:bodyPr>
          <a:lstStyle>
            <a:lvl1pPr marL="457200" lvl="0" indent="-406400" algn="l">
              <a:lnSpc>
                <a:spcPct val="90000"/>
              </a:lnSpc>
              <a:spcBef>
                <a:spcPts val="1000"/>
              </a:spcBef>
              <a:spcAft>
                <a:spcPts val="0"/>
              </a:spcAft>
              <a:buSzPts val="2800"/>
              <a:buChar char="•"/>
              <a:defRPr/>
            </a:lvl1pPr>
            <a:lvl2pPr marL="914400" lvl="1" indent="-406400" algn="l">
              <a:lnSpc>
                <a:spcPct val="90000"/>
              </a:lnSpc>
              <a:spcBef>
                <a:spcPts val="1000"/>
              </a:spcBef>
              <a:spcAft>
                <a:spcPts val="0"/>
              </a:spcAft>
              <a:buSzPts val="2800"/>
              <a:buChar char="•"/>
              <a:defRPr/>
            </a:lvl2pPr>
            <a:lvl3pPr marL="1371600" lvl="2" indent="-406400" algn="l">
              <a:lnSpc>
                <a:spcPct val="90000"/>
              </a:lnSpc>
              <a:spcBef>
                <a:spcPts val="1000"/>
              </a:spcBef>
              <a:spcAft>
                <a:spcPts val="0"/>
              </a:spcAft>
              <a:buSzPts val="2800"/>
              <a:buChar char="•"/>
              <a:defRPr/>
            </a:lvl3pPr>
            <a:lvl4pPr marL="1828800" lvl="3" indent="-406400" algn="l">
              <a:lnSpc>
                <a:spcPct val="90000"/>
              </a:lnSpc>
              <a:spcBef>
                <a:spcPts val="1000"/>
              </a:spcBef>
              <a:spcAft>
                <a:spcPts val="0"/>
              </a:spcAft>
              <a:buSzPts val="2800"/>
              <a:buChar char="•"/>
              <a:defRPr/>
            </a:lvl4pPr>
            <a:lvl5pPr marL="2286000" lvl="4" indent="-406400" algn="l">
              <a:lnSpc>
                <a:spcPct val="90000"/>
              </a:lnSpc>
              <a:spcBef>
                <a:spcPts val="1000"/>
              </a:spcBef>
              <a:spcAft>
                <a:spcPts val="0"/>
              </a:spcAft>
              <a:buSzPts val="2800"/>
              <a:buChar char="•"/>
              <a:defRPr/>
            </a:lvl5pPr>
            <a:lvl6pPr marL="2743200" lvl="5" indent="-406400" algn="l">
              <a:lnSpc>
                <a:spcPct val="90000"/>
              </a:lnSpc>
              <a:spcBef>
                <a:spcPts val="1000"/>
              </a:spcBef>
              <a:spcAft>
                <a:spcPts val="0"/>
              </a:spcAft>
              <a:buSzPts val="2800"/>
              <a:buChar char="•"/>
              <a:defRPr/>
            </a:lvl6pPr>
            <a:lvl7pPr marL="3200400" lvl="6" indent="-406400" algn="l">
              <a:lnSpc>
                <a:spcPct val="90000"/>
              </a:lnSpc>
              <a:spcBef>
                <a:spcPts val="1000"/>
              </a:spcBef>
              <a:spcAft>
                <a:spcPts val="0"/>
              </a:spcAft>
              <a:buSzPts val="2800"/>
              <a:buChar char="•"/>
              <a:defRPr/>
            </a:lvl7pPr>
            <a:lvl8pPr marL="3657600" lvl="7" indent="-406400" algn="l">
              <a:lnSpc>
                <a:spcPct val="90000"/>
              </a:lnSpc>
              <a:spcBef>
                <a:spcPts val="1000"/>
              </a:spcBef>
              <a:spcAft>
                <a:spcPts val="0"/>
              </a:spcAft>
              <a:buSzPts val="2800"/>
              <a:buChar char="•"/>
              <a:defRPr/>
            </a:lvl8pPr>
            <a:lvl9pPr marL="4114800" lvl="8" indent="-406400" algn="l">
              <a:lnSpc>
                <a:spcPct val="90000"/>
              </a:lnSpc>
              <a:spcBef>
                <a:spcPts val="1000"/>
              </a:spcBef>
              <a:spcAft>
                <a:spcPts val="0"/>
              </a:spcAft>
              <a:buSzPts val="2800"/>
              <a:buChar char="•"/>
              <a:defRPr/>
            </a:lvl9pPr>
          </a:lstStyle>
          <a:p>
            <a:endParaRPr/>
          </a:p>
        </p:txBody>
      </p:sp>
      <p:sp>
        <p:nvSpPr>
          <p:cNvPr id="55" name="Google Shape;55;p33"/>
          <p:cNvSpPr txBox="1">
            <a:spLocks noGrp="1"/>
          </p:cNvSpPr>
          <p:nvPr>
            <p:ph type="sldNum" idx="12"/>
          </p:nvPr>
        </p:nvSpPr>
        <p:spPr>
          <a:xfrm>
            <a:off x="11095216" y="6414782"/>
            <a:ext cx="258585" cy="248265"/>
          </a:xfrm>
          <a:prstGeom prst="rect">
            <a:avLst/>
          </a:prstGeom>
          <a:noFill/>
          <a:ln>
            <a:noFill/>
          </a:ln>
        </p:spPr>
        <p:txBody>
          <a:bodyPr spcFirstLastPara="1" wrap="square" lIns="45675" tIns="45675" rIns="45675" bIns="45675" anchor="ctr" anchorCtr="0">
            <a:spAutoFit/>
          </a:bodyPr>
          <a:lstStyle>
            <a:lvl1pPr marL="0" marR="0" lvl="0"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
        <p:cNvGrpSpPr/>
        <p:nvPr/>
      </p:nvGrpSpPr>
      <p:grpSpPr>
        <a:xfrm>
          <a:off x="0" y="0"/>
          <a:ext cx="0" cy="0"/>
          <a:chOff x="0" y="0"/>
          <a:chExt cx="0" cy="0"/>
        </a:xfrm>
      </p:grpSpPr>
      <p:sp>
        <p:nvSpPr>
          <p:cNvPr id="6" name="Google Shape;6;p22"/>
          <p:cNvSpPr txBox="1">
            <a:spLocks noGrp="1"/>
          </p:cNvSpPr>
          <p:nvPr>
            <p:ph type="title"/>
          </p:nvPr>
        </p:nvSpPr>
        <p:spPr>
          <a:xfrm>
            <a:off x="838200" y="365127"/>
            <a:ext cx="10515600" cy="1325563"/>
          </a:xfrm>
          <a:prstGeom prst="rect">
            <a:avLst/>
          </a:prstGeom>
          <a:noFill/>
          <a:ln>
            <a:noFill/>
          </a:ln>
        </p:spPr>
        <p:txBody>
          <a:bodyPr spcFirstLastPara="1" wrap="square" lIns="45675" tIns="45675" rIns="45675" bIns="45675" anchor="ctr" anchorCtr="0">
            <a:normAutofit/>
          </a:bodyPr>
          <a:lstStyle>
            <a:lvl1pPr marR="0" lvl="0" algn="l" rtl="0">
              <a:lnSpc>
                <a:spcPct val="90000"/>
              </a:lnSpc>
              <a:spcBef>
                <a:spcPts val="0"/>
              </a:spcBef>
              <a:spcAft>
                <a:spcPts val="0"/>
              </a:spcAft>
              <a:buClr>
                <a:srgbClr val="000000"/>
              </a:buClr>
              <a:buSzPts val="4400"/>
              <a:buFont typeface="Calibri"/>
              <a:buNone/>
              <a:defRPr sz="4400" b="0" i="0" u="none" strike="noStrike" cap="none">
                <a:solidFill>
                  <a:srgbClr val="000000"/>
                </a:solidFill>
                <a:latin typeface="Calibri"/>
                <a:ea typeface="Calibri"/>
                <a:cs typeface="Calibri"/>
                <a:sym typeface="Calibri"/>
              </a:defRPr>
            </a:lvl1pPr>
            <a:lvl2pPr marR="0" lvl="1" algn="l" rtl="0">
              <a:lnSpc>
                <a:spcPct val="90000"/>
              </a:lnSpc>
              <a:spcBef>
                <a:spcPts val="0"/>
              </a:spcBef>
              <a:spcAft>
                <a:spcPts val="0"/>
              </a:spcAft>
              <a:buClr>
                <a:srgbClr val="000000"/>
              </a:buClr>
              <a:buSzPts val="4400"/>
              <a:buFont typeface="Calibri"/>
              <a:buNone/>
              <a:defRPr sz="4400" b="0" i="0" u="none" strike="noStrike" cap="none">
                <a:solidFill>
                  <a:srgbClr val="000000"/>
                </a:solidFill>
                <a:latin typeface="Calibri"/>
                <a:ea typeface="Calibri"/>
                <a:cs typeface="Calibri"/>
                <a:sym typeface="Calibri"/>
              </a:defRPr>
            </a:lvl2pPr>
            <a:lvl3pPr marR="0" lvl="2" algn="l" rtl="0">
              <a:lnSpc>
                <a:spcPct val="90000"/>
              </a:lnSpc>
              <a:spcBef>
                <a:spcPts val="0"/>
              </a:spcBef>
              <a:spcAft>
                <a:spcPts val="0"/>
              </a:spcAft>
              <a:buClr>
                <a:srgbClr val="000000"/>
              </a:buClr>
              <a:buSzPts val="4400"/>
              <a:buFont typeface="Calibri"/>
              <a:buNone/>
              <a:defRPr sz="4400" b="0" i="0" u="none" strike="noStrike" cap="none">
                <a:solidFill>
                  <a:srgbClr val="000000"/>
                </a:solidFill>
                <a:latin typeface="Calibri"/>
                <a:ea typeface="Calibri"/>
                <a:cs typeface="Calibri"/>
                <a:sym typeface="Calibri"/>
              </a:defRPr>
            </a:lvl3pPr>
            <a:lvl4pPr marR="0" lvl="3" algn="l" rtl="0">
              <a:lnSpc>
                <a:spcPct val="90000"/>
              </a:lnSpc>
              <a:spcBef>
                <a:spcPts val="0"/>
              </a:spcBef>
              <a:spcAft>
                <a:spcPts val="0"/>
              </a:spcAft>
              <a:buClr>
                <a:srgbClr val="000000"/>
              </a:buClr>
              <a:buSzPts val="4400"/>
              <a:buFont typeface="Calibri"/>
              <a:buNone/>
              <a:defRPr sz="4400" b="0" i="0" u="none" strike="noStrike" cap="none">
                <a:solidFill>
                  <a:srgbClr val="000000"/>
                </a:solidFill>
                <a:latin typeface="Calibri"/>
                <a:ea typeface="Calibri"/>
                <a:cs typeface="Calibri"/>
                <a:sym typeface="Calibri"/>
              </a:defRPr>
            </a:lvl4pPr>
            <a:lvl5pPr marR="0" lvl="4" algn="l" rtl="0">
              <a:lnSpc>
                <a:spcPct val="90000"/>
              </a:lnSpc>
              <a:spcBef>
                <a:spcPts val="0"/>
              </a:spcBef>
              <a:spcAft>
                <a:spcPts val="0"/>
              </a:spcAft>
              <a:buClr>
                <a:srgbClr val="000000"/>
              </a:buClr>
              <a:buSzPts val="4400"/>
              <a:buFont typeface="Calibri"/>
              <a:buNone/>
              <a:defRPr sz="4400" b="0" i="0" u="none" strike="noStrike" cap="none">
                <a:solidFill>
                  <a:srgbClr val="000000"/>
                </a:solidFill>
                <a:latin typeface="Calibri"/>
                <a:ea typeface="Calibri"/>
                <a:cs typeface="Calibri"/>
                <a:sym typeface="Calibri"/>
              </a:defRPr>
            </a:lvl5pPr>
            <a:lvl6pPr marR="0" lvl="5" algn="l" rtl="0">
              <a:lnSpc>
                <a:spcPct val="90000"/>
              </a:lnSpc>
              <a:spcBef>
                <a:spcPts val="0"/>
              </a:spcBef>
              <a:spcAft>
                <a:spcPts val="0"/>
              </a:spcAft>
              <a:buClr>
                <a:srgbClr val="000000"/>
              </a:buClr>
              <a:buSzPts val="4400"/>
              <a:buFont typeface="Calibri"/>
              <a:buNone/>
              <a:defRPr sz="4400" b="0" i="0" u="none" strike="noStrike" cap="none">
                <a:solidFill>
                  <a:srgbClr val="000000"/>
                </a:solidFill>
                <a:latin typeface="Calibri"/>
                <a:ea typeface="Calibri"/>
                <a:cs typeface="Calibri"/>
                <a:sym typeface="Calibri"/>
              </a:defRPr>
            </a:lvl6pPr>
            <a:lvl7pPr marR="0" lvl="6" algn="l" rtl="0">
              <a:lnSpc>
                <a:spcPct val="90000"/>
              </a:lnSpc>
              <a:spcBef>
                <a:spcPts val="0"/>
              </a:spcBef>
              <a:spcAft>
                <a:spcPts val="0"/>
              </a:spcAft>
              <a:buClr>
                <a:srgbClr val="000000"/>
              </a:buClr>
              <a:buSzPts val="4400"/>
              <a:buFont typeface="Calibri"/>
              <a:buNone/>
              <a:defRPr sz="4400" b="0" i="0" u="none" strike="noStrike" cap="none">
                <a:solidFill>
                  <a:srgbClr val="000000"/>
                </a:solidFill>
                <a:latin typeface="Calibri"/>
                <a:ea typeface="Calibri"/>
                <a:cs typeface="Calibri"/>
                <a:sym typeface="Calibri"/>
              </a:defRPr>
            </a:lvl7pPr>
            <a:lvl8pPr marR="0" lvl="7" algn="l" rtl="0">
              <a:lnSpc>
                <a:spcPct val="90000"/>
              </a:lnSpc>
              <a:spcBef>
                <a:spcPts val="0"/>
              </a:spcBef>
              <a:spcAft>
                <a:spcPts val="0"/>
              </a:spcAft>
              <a:buClr>
                <a:srgbClr val="000000"/>
              </a:buClr>
              <a:buSzPts val="4400"/>
              <a:buFont typeface="Calibri"/>
              <a:buNone/>
              <a:defRPr sz="4400" b="0" i="0" u="none" strike="noStrike" cap="none">
                <a:solidFill>
                  <a:srgbClr val="000000"/>
                </a:solidFill>
                <a:latin typeface="Calibri"/>
                <a:ea typeface="Calibri"/>
                <a:cs typeface="Calibri"/>
                <a:sym typeface="Calibri"/>
              </a:defRPr>
            </a:lvl8pPr>
            <a:lvl9pPr marR="0" lvl="8" algn="l" rtl="0">
              <a:lnSpc>
                <a:spcPct val="90000"/>
              </a:lnSpc>
              <a:spcBef>
                <a:spcPts val="0"/>
              </a:spcBef>
              <a:spcAft>
                <a:spcPts val="0"/>
              </a:spcAft>
              <a:buClr>
                <a:srgbClr val="000000"/>
              </a:buClr>
              <a:buSzPts val="4400"/>
              <a:buFont typeface="Calibri"/>
              <a:buNone/>
              <a:defRPr sz="4400" b="0" i="0" u="none" strike="noStrike" cap="none">
                <a:solidFill>
                  <a:srgbClr val="000000"/>
                </a:solidFill>
                <a:latin typeface="Calibri"/>
                <a:ea typeface="Calibri"/>
                <a:cs typeface="Calibri"/>
                <a:sym typeface="Calibri"/>
              </a:defRPr>
            </a:lvl9pPr>
          </a:lstStyle>
          <a:p>
            <a:endParaRPr/>
          </a:p>
        </p:txBody>
      </p:sp>
      <p:sp>
        <p:nvSpPr>
          <p:cNvPr id="7" name="Google Shape;7;p22"/>
          <p:cNvSpPr txBox="1">
            <a:spLocks noGrp="1"/>
          </p:cNvSpPr>
          <p:nvPr>
            <p:ph type="body" idx="1"/>
          </p:nvPr>
        </p:nvSpPr>
        <p:spPr>
          <a:xfrm>
            <a:off x="838200" y="1825625"/>
            <a:ext cx="10515600" cy="4351338"/>
          </a:xfrm>
          <a:prstGeom prst="rect">
            <a:avLst/>
          </a:prstGeom>
          <a:noFill/>
          <a:ln>
            <a:noFill/>
          </a:ln>
        </p:spPr>
        <p:txBody>
          <a:bodyPr spcFirstLastPara="1" wrap="square" lIns="45675" tIns="45675" rIns="45675" bIns="45675" anchor="t" anchorCtr="0">
            <a:normAutofit/>
          </a:bodyPr>
          <a:lstStyle>
            <a:lvl1pPr marL="457200" marR="0" lvl="0" indent="-406400" algn="l" rtl="0">
              <a:lnSpc>
                <a:spcPct val="90000"/>
              </a:lnSpc>
              <a:spcBef>
                <a:spcPts val="1000"/>
              </a:spcBef>
              <a:spcAft>
                <a:spcPts val="0"/>
              </a:spcAft>
              <a:buClr>
                <a:srgbClr val="000000"/>
              </a:buClr>
              <a:buSzPts val="2800"/>
              <a:buFont typeface="Arial"/>
              <a:buChar char="•"/>
              <a:defRPr sz="2800" b="0" i="0" u="none" strike="noStrike" cap="none">
                <a:solidFill>
                  <a:srgbClr val="000000"/>
                </a:solidFill>
                <a:latin typeface="Calibri"/>
                <a:ea typeface="Calibri"/>
                <a:cs typeface="Calibri"/>
                <a:sym typeface="Calibri"/>
              </a:defRPr>
            </a:lvl1pPr>
            <a:lvl2pPr marL="914400" marR="0" lvl="1" indent="-406400" algn="l" rtl="0">
              <a:lnSpc>
                <a:spcPct val="90000"/>
              </a:lnSpc>
              <a:spcBef>
                <a:spcPts val="1000"/>
              </a:spcBef>
              <a:spcAft>
                <a:spcPts val="0"/>
              </a:spcAft>
              <a:buClr>
                <a:srgbClr val="000000"/>
              </a:buClr>
              <a:buSzPts val="2800"/>
              <a:buFont typeface="Arial"/>
              <a:buChar char="•"/>
              <a:defRPr sz="2800" b="0" i="0" u="none" strike="noStrike" cap="none">
                <a:solidFill>
                  <a:srgbClr val="000000"/>
                </a:solidFill>
                <a:latin typeface="Calibri"/>
                <a:ea typeface="Calibri"/>
                <a:cs typeface="Calibri"/>
                <a:sym typeface="Calibri"/>
              </a:defRPr>
            </a:lvl2pPr>
            <a:lvl3pPr marL="1371600" marR="0" lvl="2" indent="-406400" algn="l" rtl="0">
              <a:lnSpc>
                <a:spcPct val="90000"/>
              </a:lnSpc>
              <a:spcBef>
                <a:spcPts val="1000"/>
              </a:spcBef>
              <a:spcAft>
                <a:spcPts val="0"/>
              </a:spcAft>
              <a:buClr>
                <a:srgbClr val="000000"/>
              </a:buClr>
              <a:buSzPts val="2800"/>
              <a:buFont typeface="Arial"/>
              <a:buChar char="•"/>
              <a:defRPr sz="2800" b="0" i="0" u="none" strike="noStrike" cap="none">
                <a:solidFill>
                  <a:srgbClr val="000000"/>
                </a:solidFill>
                <a:latin typeface="Calibri"/>
                <a:ea typeface="Calibri"/>
                <a:cs typeface="Calibri"/>
                <a:sym typeface="Calibri"/>
              </a:defRPr>
            </a:lvl3pPr>
            <a:lvl4pPr marL="1828800" marR="0" lvl="3" indent="-406400" algn="l" rtl="0">
              <a:lnSpc>
                <a:spcPct val="90000"/>
              </a:lnSpc>
              <a:spcBef>
                <a:spcPts val="1000"/>
              </a:spcBef>
              <a:spcAft>
                <a:spcPts val="0"/>
              </a:spcAft>
              <a:buClr>
                <a:srgbClr val="000000"/>
              </a:buClr>
              <a:buSzPts val="2800"/>
              <a:buFont typeface="Arial"/>
              <a:buChar char="•"/>
              <a:defRPr sz="2800" b="0" i="0" u="none" strike="noStrike" cap="none">
                <a:solidFill>
                  <a:srgbClr val="000000"/>
                </a:solidFill>
                <a:latin typeface="Calibri"/>
                <a:ea typeface="Calibri"/>
                <a:cs typeface="Calibri"/>
                <a:sym typeface="Calibri"/>
              </a:defRPr>
            </a:lvl4pPr>
            <a:lvl5pPr marL="2286000" marR="0" lvl="4" indent="-406400" algn="l" rtl="0">
              <a:lnSpc>
                <a:spcPct val="90000"/>
              </a:lnSpc>
              <a:spcBef>
                <a:spcPts val="1000"/>
              </a:spcBef>
              <a:spcAft>
                <a:spcPts val="0"/>
              </a:spcAft>
              <a:buClr>
                <a:srgbClr val="000000"/>
              </a:buClr>
              <a:buSzPts val="2800"/>
              <a:buFont typeface="Arial"/>
              <a:buChar char="•"/>
              <a:defRPr sz="2800" b="0" i="0" u="none" strike="noStrike" cap="none">
                <a:solidFill>
                  <a:srgbClr val="000000"/>
                </a:solidFill>
                <a:latin typeface="Calibri"/>
                <a:ea typeface="Calibri"/>
                <a:cs typeface="Calibri"/>
                <a:sym typeface="Calibri"/>
              </a:defRPr>
            </a:lvl5pPr>
            <a:lvl6pPr marL="2743200" marR="0" lvl="5" indent="-406400" algn="l" rtl="0">
              <a:lnSpc>
                <a:spcPct val="90000"/>
              </a:lnSpc>
              <a:spcBef>
                <a:spcPts val="1000"/>
              </a:spcBef>
              <a:spcAft>
                <a:spcPts val="0"/>
              </a:spcAft>
              <a:buClr>
                <a:srgbClr val="000000"/>
              </a:buClr>
              <a:buSzPts val="2800"/>
              <a:buFont typeface="Arial"/>
              <a:buChar char="•"/>
              <a:defRPr sz="2800" b="0" i="0" u="none" strike="noStrike" cap="none">
                <a:solidFill>
                  <a:srgbClr val="000000"/>
                </a:solidFill>
                <a:latin typeface="Calibri"/>
                <a:ea typeface="Calibri"/>
                <a:cs typeface="Calibri"/>
                <a:sym typeface="Calibri"/>
              </a:defRPr>
            </a:lvl6pPr>
            <a:lvl7pPr marL="3200400" marR="0" lvl="6" indent="-406400" algn="l" rtl="0">
              <a:lnSpc>
                <a:spcPct val="90000"/>
              </a:lnSpc>
              <a:spcBef>
                <a:spcPts val="1000"/>
              </a:spcBef>
              <a:spcAft>
                <a:spcPts val="0"/>
              </a:spcAft>
              <a:buClr>
                <a:srgbClr val="000000"/>
              </a:buClr>
              <a:buSzPts val="2800"/>
              <a:buFont typeface="Arial"/>
              <a:buChar char="•"/>
              <a:defRPr sz="2800" b="0" i="0" u="none" strike="noStrike" cap="none">
                <a:solidFill>
                  <a:srgbClr val="000000"/>
                </a:solidFill>
                <a:latin typeface="Calibri"/>
                <a:ea typeface="Calibri"/>
                <a:cs typeface="Calibri"/>
                <a:sym typeface="Calibri"/>
              </a:defRPr>
            </a:lvl7pPr>
            <a:lvl8pPr marL="3657600" marR="0" lvl="7" indent="-406400" algn="l" rtl="0">
              <a:lnSpc>
                <a:spcPct val="90000"/>
              </a:lnSpc>
              <a:spcBef>
                <a:spcPts val="1000"/>
              </a:spcBef>
              <a:spcAft>
                <a:spcPts val="0"/>
              </a:spcAft>
              <a:buClr>
                <a:srgbClr val="000000"/>
              </a:buClr>
              <a:buSzPts val="2800"/>
              <a:buFont typeface="Arial"/>
              <a:buChar char="•"/>
              <a:defRPr sz="2800" b="0" i="0" u="none" strike="noStrike" cap="none">
                <a:solidFill>
                  <a:srgbClr val="000000"/>
                </a:solidFill>
                <a:latin typeface="Calibri"/>
                <a:ea typeface="Calibri"/>
                <a:cs typeface="Calibri"/>
                <a:sym typeface="Calibri"/>
              </a:defRPr>
            </a:lvl8pPr>
            <a:lvl9pPr marL="4114800" marR="0" lvl="8" indent="-406400" algn="l" rtl="0">
              <a:lnSpc>
                <a:spcPct val="90000"/>
              </a:lnSpc>
              <a:spcBef>
                <a:spcPts val="1000"/>
              </a:spcBef>
              <a:spcAft>
                <a:spcPts val="0"/>
              </a:spcAft>
              <a:buClr>
                <a:srgbClr val="000000"/>
              </a:buClr>
              <a:buSzPts val="2800"/>
              <a:buFont typeface="Arial"/>
              <a:buChar char="•"/>
              <a:defRPr sz="2800" b="0" i="0" u="none" strike="noStrike" cap="none">
                <a:solidFill>
                  <a:srgbClr val="000000"/>
                </a:solidFill>
                <a:latin typeface="Calibri"/>
                <a:ea typeface="Calibri"/>
                <a:cs typeface="Calibri"/>
                <a:sym typeface="Calibri"/>
              </a:defRPr>
            </a:lvl9pPr>
          </a:lstStyle>
          <a:p>
            <a:endParaRPr/>
          </a:p>
        </p:txBody>
      </p:sp>
      <p:sp>
        <p:nvSpPr>
          <p:cNvPr id="8" name="Google Shape;8;p22"/>
          <p:cNvSpPr txBox="1">
            <a:spLocks noGrp="1"/>
          </p:cNvSpPr>
          <p:nvPr>
            <p:ph type="sldNum" idx="12"/>
          </p:nvPr>
        </p:nvSpPr>
        <p:spPr>
          <a:xfrm>
            <a:off x="11095216" y="6414782"/>
            <a:ext cx="258585" cy="248265"/>
          </a:xfrm>
          <a:prstGeom prst="rect">
            <a:avLst/>
          </a:prstGeom>
          <a:noFill/>
          <a:ln>
            <a:noFill/>
          </a:ln>
        </p:spPr>
        <p:txBody>
          <a:bodyPr spcFirstLastPara="1" wrap="square" lIns="45675" tIns="45675" rIns="45675" bIns="45675" anchor="ctr" anchorCtr="0">
            <a:spAutoFit/>
          </a:bodyPr>
          <a:lstStyle>
            <a:lvl1pPr marL="0" marR="0" lvl="0"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3.jp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15.png"/><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16.png"/><Relationship Id="rId4" Type="http://schemas.openxmlformats.org/officeDocument/2006/relationships/image" Target="../media/image15.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18.jpg"/><Relationship Id="rId4" Type="http://schemas.openxmlformats.org/officeDocument/2006/relationships/image" Target="../media/image17.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Google Shape;60;p1"/>
          <p:cNvSpPr txBox="1">
            <a:spLocks noGrp="1"/>
          </p:cNvSpPr>
          <p:nvPr>
            <p:ph type="subTitle" idx="4294967295"/>
          </p:nvPr>
        </p:nvSpPr>
        <p:spPr>
          <a:xfrm>
            <a:off x="5328820" y="4191663"/>
            <a:ext cx="7336200" cy="2343301"/>
          </a:xfrm>
          <a:prstGeom prst="rect">
            <a:avLst/>
          </a:prstGeom>
          <a:noFill/>
          <a:ln>
            <a:noFill/>
          </a:ln>
        </p:spPr>
        <p:txBody>
          <a:bodyPr spcFirstLastPara="1" wrap="square" lIns="45675" tIns="45675" rIns="45675" bIns="45675" anchor="t" anchorCtr="0">
            <a:normAutofit/>
          </a:bodyPr>
          <a:lstStyle/>
          <a:p>
            <a:pPr marL="0" marR="0" lvl="1" indent="457200" algn="ctr" rtl="0">
              <a:lnSpc>
                <a:spcPct val="72000"/>
              </a:lnSpc>
              <a:spcBef>
                <a:spcPts val="0"/>
              </a:spcBef>
              <a:spcAft>
                <a:spcPts val="0"/>
              </a:spcAft>
              <a:buClr>
                <a:srgbClr val="000000"/>
              </a:buClr>
              <a:buSzPts val="500"/>
              <a:buFont typeface="Arial"/>
              <a:buNone/>
            </a:pPr>
            <a:endParaRPr sz="500" b="0" i="0" u="none" strike="noStrike" cap="none">
              <a:solidFill>
                <a:srgbClr val="000000"/>
              </a:solidFill>
              <a:latin typeface="Calibri"/>
              <a:ea typeface="Calibri"/>
              <a:cs typeface="Calibri"/>
              <a:sym typeface="Calibri"/>
            </a:endParaRPr>
          </a:p>
          <a:p>
            <a:pPr marL="0" marR="0" lvl="1" indent="457200" algn="just" rtl="0">
              <a:lnSpc>
                <a:spcPct val="100000"/>
              </a:lnSpc>
              <a:spcBef>
                <a:spcPts val="500"/>
              </a:spcBef>
              <a:spcAft>
                <a:spcPts val="0"/>
              </a:spcAft>
              <a:buClr>
                <a:srgbClr val="000000"/>
              </a:buClr>
              <a:buSzPts val="500"/>
              <a:buFont typeface="Arial"/>
              <a:buNone/>
            </a:pPr>
            <a:r>
              <a:rPr lang="en-US" sz="500" b="0" i="0" u="none" strike="noStrike" cap="none">
                <a:solidFill>
                  <a:srgbClr val="000000"/>
                </a:solidFill>
                <a:latin typeface="Calibri"/>
                <a:ea typeface="Calibri"/>
                <a:cs typeface="Calibri"/>
                <a:sym typeface="Calibri"/>
              </a:rPr>
              <a:t>	</a:t>
            </a:r>
            <a:r>
              <a:rPr lang="en-US" sz="500" b="0" i="0" u="none" strike="noStrike" cap="none">
                <a:solidFill>
                  <a:srgbClr val="000000"/>
                </a:solidFill>
                <a:latin typeface="Times New Roman"/>
                <a:ea typeface="Times New Roman"/>
                <a:cs typeface="Times New Roman"/>
                <a:sym typeface="Times New Roman"/>
              </a:rPr>
              <a:t>       </a:t>
            </a:r>
            <a:r>
              <a:rPr lang="en-US" sz="2500" b="0" i="0" u="none" strike="noStrike" cap="none">
                <a:solidFill>
                  <a:srgbClr val="000000"/>
                </a:solidFill>
                <a:latin typeface="Times New Roman"/>
                <a:ea typeface="Times New Roman"/>
                <a:cs typeface="Times New Roman"/>
                <a:sym typeface="Times New Roman"/>
              </a:rPr>
              <a:t>Jhansi Lakshmi -     20241A0566</a:t>
            </a:r>
            <a:endParaRPr sz="10000" b="0" i="0" u="none" strike="noStrike" cap="none">
              <a:solidFill>
                <a:srgbClr val="000000"/>
              </a:solidFill>
              <a:latin typeface="Times New Roman"/>
              <a:ea typeface="Times New Roman"/>
              <a:cs typeface="Times New Roman"/>
              <a:sym typeface="Times New Roman"/>
            </a:endParaRPr>
          </a:p>
          <a:p>
            <a:pPr marL="0" marR="0" lvl="2" indent="914400" algn="just" rtl="0">
              <a:lnSpc>
                <a:spcPct val="100000"/>
              </a:lnSpc>
              <a:spcBef>
                <a:spcPts val="500"/>
              </a:spcBef>
              <a:spcAft>
                <a:spcPts val="0"/>
              </a:spcAft>
              <a:buClr>
                <a:srgbClr val="000000"/>
              </a:buClr>
              <a:buSzPts val="2500"/>
              <a:buFont typeface="Arial"/>
              <a:buNone/>
            </a:pPr>
            <a:r>
              <a:rPr lang="en-US" sz="2500" b="0" i="0" u="none" strike="noStrike" cap="none">
                <a:solidFill>
                  <a:srgbClr val="000000"/>
                </a:solidFill>
                <a:latin typeface="Times New Roman"/>
                <a:ea typeface="Times New Roman"/>
                <a:cs typeface="Times New Roman"/>
                <a:sym typeface="Times New Roman"/>
              </a:rPr>
              <a:t> B. Srija -                  20241A0564</a:t>
            </a:r>
            <a:endParaRPr sz="10000" b="0" i="0" u="none" strike="noStrike" cap="none">
              <a:solidFill>
                <a:srgbClr val="000000"/>
              </a:solidFill>
              <a:latin typeface="Calibri"/>
              <a:ea typeface="Calibri"/>
              <a:cs typeface="Calibri"/>
              <a:sym typeface="Calibri"/>
            </a:endParaRPr>
          </a:p>
          <a:p>
            <a:pPr marL="0" marR="0" lvl="2" indent="914400" algn="just" rtl="0">
              <a:lnSpc>
                <a:spcPct val="100000"/>
              </a:lnSpc>
              <a:spcBef>
                <a:spcPts val="500"/>
              </a:spcBef>
              <a:spcAft>
                <a:spcPts val="0"/>
              </a:spcAft>
              <a:buClr>
                <a:srgbClr val="000000"/>
              </a:buClr>
              <a:buSzPts val="2500"/>
              <a:buFont typeface="Arial"/>
              <a:buNone/>
            </a:pPr>
            <a:r>
              <a:rPr lang="en-US" sz="2500" b="0" i="0" u="none" strike="noStrike" cap="none">
                <a:solidFill>
                  <a:srgbClr val="000000"/>
                </a:solidFill>
                <a:latin typeface="Times New Roman"/>
                <a:ea typeface="Times New Roman"/>
                <a:cs typeface="Times New Roman"/>
                <a:sym typeface="Times New Roman"/>
              </a:rPr>
              <a:t> Maria Jabeen -         20241A0593</a:t>
            </a:r>
            <a:endParaRPr sz="10000" b="0" i="0" u="none" strike="noStrike" cap="none">
              <a:solidFill>
                <a:srgbClr val="000000"/>
              </a:solidFill>
              <a:latin typeface="Calibri"/>
              <a:ea typeface="Calibri"/>
              <a:cs typeface="Calibri"/>
              <a:sym typeface="Calibri"/>
            </a:endParaRPr>
          </a:p>
          <a:p>
            <a:pPr marL="0" marR="0" lvl="2" indent="914400" algn="just" rtl="0">
              <a:lnSpc>
                <a:spcPct val="100000"/>
              </a:lnSpc>
              <a:spcBef>
                <a:spcPts val="500"/>
              </a:spcBef>
              <a:spcAft>
                <a:spcPts val="0"/>
              </a:spcAft>
              <a:buClr>
                <a:srgbClr val="000000"/>
              </a:buClr>
              <a:buSzPts val="2500"/>
              <a:buFont typeface="Arial"/>
              <a:buNone/>
            </a:pPr>
            <a:r>
              <a:rPr lang="en-US" sz="2500" b="0" i="0" u="none" strike="noStrike" cap="none">
                <a:solidFill>
                  <a:srgbClr val="000000"/>
                </a:solidFill>
                <a:latin typeface="Times New Roman"/>
                <a:ea typeface="Times New Roman"/>
                <a:cs typeface="Times New Roman"/>
                <a:sym typeface="Times New Roman"/>
              </a:rPr>
              <a:t> K. Kushi Reddy -     20241A0583</a:t>
            </a:r>
            <a:endParaRPr sz="2800" b="0" i="0" u="none" strike="noStrike" cap="none">
              <a:solidFill>
                <a:srgbClr val="000000"/>
              </a:solidFill>
              <a:latin typeface="Calibri"/>
              <a:ea typeface="Calibri"/>
              <a:cs typeface="Calibri"/>
              <a:sym typeface="Calibri"/>
            </a:endParaRPr>
          </a:p>
        </p:txBody>
      </p:sp>
      <p:pic>
        <p:nvPicPr>
          <p:cNvPr id="61" name="Google Shape;61;p1" descr="Google Shape;89;p1"/>
          <p:cNvPicPr preferRelativeResize="0"/>
          <p:nvPr/>
        </p:nvPicPr>
        <p:blipFill rotWithShape="1">
          <a:blip r:embed="rId3">
            <a:alphaModFix/>
          </a:blip>
          <a:srcRect/>
          <a:stretch/>
        </p:blipFill>
        <p:spPr>
          <a:xfrm>
            <a:off x="201200" y="679187"/>
            <a:ext cx="1219201" cy="1144589"/>
          </a:xfrm>
          <a:prstGeom prst="rect">
            <a:avLst/>
          </a:prstGeom>
          <a:noFill/>
          <a:ln>
            <a:noFill/>
          </a:ln>
        </p:spPr>
      </p:pic>
      <p:sp>
        <p:nvSpPr>
          <p:cNvPr id="62" name="Google Shape;62;p1"/>
          <p:cNvSpPr txBox="1"/>
          <p:nvPr/>
        </p:nvSpPr>
        <p:spPr>
          <a:xfrm>
            <a:off x="1331800" y="715576"/>
            <a:ext cx="10659000" cy="1108200"/>
          </a:xfrm>
          <a:prstGeom prst="rect">
            <a:avLst/>
          </a:prstGeom>
          <a:noFill/>
          <a:ln>
            <a:noFill/>
          </a:ln>
        </p:spPr>
        <p:txBody>
          <a:bodyPr spcFirstLastPara="1" wrap="square" lIns="45675" tIns="45675" rIns="45675" bIns="45675" anchor="t" anchorCtr="0">
            <a:spAutoFit/>
          </a:bodyPr>
          <a:lstStyle/>
          <a:p>
            <a:pPr marL="0" marR="0" lvl="0" indent="0" algn="ctr" rtl="0">
              <a:lnSpc>
                <a:spcPct val="100000"/>
              </a:lnSpc>
              <a:spcBef>
                <a:spcPts val="0"/>
              </a:spcBef>
              <a:spcAft>
                <a:spcPts val="0"/>
              </a:spcAft>
              <a:buClr>
                <a:srgbClr val="000000"/>
              </a:buClr>
              <a:buSzPts val="2200"/>
              <a:buFont typeface="Arial Rounded"/>
              <a:buNone/>
            </a:pPr>
            <a:r>
              <a:rPr lang="en-US" sz="2200" b="1" i="0" u="none" strike="noStrike" cap="none" dirty="0">
                <a:solidFill>
                  <a:srgbClr val="000000"/>
                </a:solidFill>
                <a:latin typeface="Arial Rounded"/>
                <a:ea typeface="Arial Rounded"/>
                <a:cs typeface="Arial Rounded"/>
                <a:sym typeface="Arial Rounded"/>
              </a:rPr>
              <a:t>GOKARAJU RANGARAJU INSTITUTE OF ENGINEERING AND TECHNOLOGY</a:t>
            </a:r>
            <a:endParaRPr sz="1400" b="0"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Rounded"/>
              <a:buNone/>
            </a:pPr>
            <a:r>
              <a:rPr lang="en-US" sz="2200" b="1" i="0" u="none" strike="noStrike" cap="none" dirty="0">
                <a:solidFill>
                  <a:srgbClr val="000000"/>
                </a:solidFill>
                <a:latin typeface="Arial Rounded"/>
                <a:ea typeface="Arial Rounded"/>
                <a:cs typeface="Arial Rounded"/>
                <a:sym typeface="Arial Rounded"/>
              </a:rPr>
              <a:t>Department of Computer Science and Engineering</a:t>
            </a:r>
            <a:endParaRPr sz="1400" b="0"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Rounded"/>
              <a:buNone/>
            </a:pPr>
            <a:r>
              <a:rPr lang="en-US" sz="2200" b="1" i="0" u="none" strike="noStrike" cap="none" dirty="0">
                <a:solidFill>
                  <a:srgbClr val="000000"/>
                </a:solidFill>
                <a:latin typeface="Arial Rounded"/>
                <a:ea typeface="Arial Rounded"/>
                <a:cs typeface="Arial Rounded"/>
                <a:sym typeface="Arial Rounded"/>
              </a:rPr>
              <a:t>MAJOR Project Phase-II Review-</a:t>
            </a:r>
            <a:r>
              <a:rPr lang="en-US" sz="2200" b="1" dirty="0">
                <a:latin typeface="Arial Rounded"/>
                <a:ea typeface="Arial Rounded"/>
                <a:cs typeface="Arial Rounded"/>
                <a:sym typeface="Arial Rounded"/>
              </a:rPr>
              <a:t>2</a:t>
            </a:r>
            <a:endParaRPr sz="1400" b="0" i="0" u="none" strike="noStrike" cap="none" dirty="0">
              <a:solidFill>
                <a:srgbClr val="000000"/>
              </a:solidFill>
              <a:latin typeface="Arial"/>
              <a:ea typeface="Arial"/>
              <a:cs typeface="Arial"/>
              <a:sym typeface="Arial"/>
            </a:endParaRPr>
          </a:p>
        </p:txBody>
      </p:sp>
      <p:sp>
        <p:nvSpPr>
          <p:cNvPr id="63" name="Google Shape;63;p1"/>
          <p:cNvSpPr txBox="1">
            <a:spLocks noGrp="1"/>
          </p:cNvSpPr>
          <p:nvPr>
            <p:ph type="sldNum" idx="12"/>
          </p:nvPr>
        </p:nvSpPr>
        <p:spPr>
          <a:xfrm>
            <a:off x="11172458" y="6414769"/>
            <a:ext cx="181343" cy="248266"/>
          </a:xfrm>
          <a:prstGeom prst="rect">
            <a:avLst/>
          </a:prstGeom>
          <a:noFill/>
          <a:ln>
            <a:noFill/>
          </a:ln>
        </p:spPr>
        <p:txBody>
          <a:bodyPr spcFirstLastPara="1" wrap="square" lIns="45675" tIns="45675" rIns="45675" bIns="45675" anchor="ctr" anchorCtr="0">
            <a:spAutoFit/>
          </a:bodyPr>
          <a:lstStyle/>
          <a:p>
            <a:pPr marL="0" lvl="0" indent="0" algn="r" rtl="0">
              <a:lnSpc>
                <a:spcPct val="100000"/>
              </a:lnSpc>
              <a:spcBef>
                <a:spcPts val="0"/>
              </a:spcBef>
              <a:spcAft>
                <a:spcPts val="0"/>
              </a:spcAft>
              <a:buClr>
                <a:srgbClr val="888888"/>
              </a:buClr>
              <a:buSzPts val="1200"/>
              <a:buFont typeface="Calibri"/>
              <a:buNone/>
            </a:pPr>
            <a:fld id="{00000000-1234-1234-1234-123412341234}" type="slidenum">
              <a:rPr lang="en-US" sz="1200">
                <a:solidFill>
                  <a:srgbClr val="888888"/>
                </a:solidFill>
                <a:latin typeface="Calibri"/>
                <a:ea typeface="Calibri"/>
                <a:cs typeface="Calibri"/>
                <a:sym typeface="Calibri"/>
              </a:rPr>
              <a:t>1</a:t>
            </a:fld>
            <a:endParaRPr/>
          </a:p>
        </p:txBody>
      </p:sp>
      <p:sp>
        <p:nvSpPr>
          <p:cNvPr id="64" name="Google Shape;64;p1"/>
          <p:cNvSpPr txBox="1">
            <a:spLocks noGrp="1"/>
          </p:cNvSpPr>
          <p:nvPr>
            <p:ph type="ctrTitle" idx="4294967295"/>
          </p:nvPr>
        </p:nvSpPr>
        <p:spPr>
          <a:xfrm>
            <a:off x="838199" y="1038828"/>
            <a:ext cx="10069500" cy="2387700"/>
          </a:xfrm>
          <a:prstGeom prst="rect">
            <a:avLst/>
          </a:prstGeom>
          <a:noFill/>
          <a:ln>
            <a:noFill/>
          </a:ln>
        </p:spPr>
        <p:txBody>
          <a:bodyPr spcFirstLastPara="1" wrap="square" lIns="45675" tIns="45675" rIns="45675" bIns="45675" anchor="b" anchorCtr="0">
            <a:normAutofit/>
          </a:bodyPr>
          <a:lstStyle/>
          <a:p>
            <a:pPr marL="0" marR="0" lvl="0" indent="0" algn="ctr" rtl="0">
              <a:lnSpc>
                <a:spcPct val="90000"/>
              </a:lnSpc>
              <a:spcBef>
                <a:spcPts val="0"/>
              </a:spcBef>
              <a:spcAft>
                <a:spcPts val="0"/>
              </a:spcAft>
              <a:buClr>
                <a:srgbClr val="000000"/>
              </a:buClr>
              <a:buSzPts val="5400"/>
              <a:buFont typeface="Times New Roman"/>
              <a:buNone/>
            </a:pPr>
            <a:r>
              <a:rPr lang="en-US" sz="5400" b="0" i="0" u="none" strike="noStrike" cap="none">
                <a:solidFill>
                  <a:srgbClr val="000000"/>
                </a:solidFill>
                <a:latin typeface="Times New Roman"/>
                <a:ea typeface="Times New Roman"/>
                <a:cs typeface="Times New Roman"/>
                <a:sym typeface="Times New Roman"/>
              </a:rPr>
              <a:t>An Automated Annotation System for Document Text Images</a:t>
            </a:r>
            <a:endParaRPr sz="4400" b="0" i="0" u="none" strike="noStrike" cap="none">
              <a:solidFill>
                <a:srgbClr val="000000"/>
              </a:solidFill>
              <a:latin typeface="Calibri"/>
              <a:ea typeface="Calibri"/>
              <a:cs typeface="Calibri"/>
              <a:sym typeface="Calibri"/>
            </a:endParaRPr>
          </a:p>
        </p:txBody>
      </p:sp>
      <p:sp>
        <p:nvSpPr>
          <p:cNvPr id="65" name="Google Shape;65;p1"/>
          <p:cNvSpPr txBox="1"/>
          <p:nvPr/>
        </p:nvSpPr>
        <p:spPr>
          <a:xfrm>
            <a:off x="3533324" y="3426525"/>
            <a:ext cx="5546100" cy="461700"/>
          </a:xfrm>
          <a:prstGeom prst="rect">
            <a:avLst/>
          </a:prstGeom>
          <a:noFill/>
          <a:ln>
            <a:noFill/>
          </a:ln>
        </p:spPr>
        <p:txBody>
          <a:bodyPr spcFirstLastPara="1" wrap="square" lIns="45675" tIns="45675" rIns="45675" bIns="45675" anchor="t" anchorCtr="0">
            <a:spAutoFit/>
          </a:bodyPr>
          <a:lstStyle/>
          <a:p>
            <a:pPr marL="0" marR="0" lvl="0" indent="0" algn="l" rtl="0">
              <a:lnSpc>
                <a:spcPct val="100000"/>
              </a:lnSpc>
              <a:spcBef>
                <a:spcPts val="0"/>
              </a:spcBef>
              <a:spcAft>
                <a:spcPts val="0"/>
              </a:spcAft>
              <a:buClr>
                <a:srgbClr val="000000"/>
              </a:buClr>
              <a:buSzPts val="2000"/>
              <a:buFont typeface="Times New Roman"/>
              <a:buNone/>
            </a:pPr>
            <a:r>
              <a:rPr lang="en-US" sz="2300" b="0" i="0" u="none" strike="noStrike" cap="none">
                <a:solidFill>
                  <a:srgbClr val="000000"/>
                </a:solidFill>
                <a:latin typeface="Times New Roman"/>
                <a:ea typeface="Times New Roman"/>
                <a:cs typeface="Times New Roman"/>
                <a:sym typeface="Times New Roman"/>
              </a:rPr>
              <a:t>~Dr. Ashlin </a:t>
            </a:r>
            <a:r>
              <a:rPr lang="en-US" sz="2400" b="0" i="0" u="none" strike="noStrike" cap="none">
                <a:solidFill>
                  <a:srgbClr val="000000"/>
                </a:solidFill>
                <a:latin typeface="Times New Roman"/>
                <a:ea typeface="Times New Roman"/>
                <a:cs typeface="Times New Roman"/>
                <a:sym typeface="Times New Roman"/>
              </a:rPr>
              <a:t>Deepa</a:t>
            </a:r>
            <a:r>
              <a:rPr lang="en-US" sz="2300" b="0" i="0" u="none" strike="noStrike" cap="none">
                <a:solidFill>
                  <a:srgbClr val="000000"/>
                </a:solidFill>
                <a:latin typeface="Times New Roman"/>
                <a:ea typeface="Times New Roman"/>
                <a:cs typeface="Times New Roman"/>
                <a:sym typeface="Times New Roman"/>
              </a:rPr>
              <a:t> R N, Associate Professor </a:t>
            </a:r>
            <a:endParaRPr sz="2300" b="0" i="0" u="none" strike="noStrike" cap="non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9"/>
        <p:cNvGrpSpPr/>
        <p:nvPr/>
      </p:nvGrpSpPr>
      <p:grpSpPr>
        <a:xfrm>
          <a:off x="0" y="0"/>
          <a:ext cx="0" cy="0"/>
          <a:chOff x="0" y="0"/>
          <a:chExt cx="0" cy="0"/>
        </a:xfrm>
      </p:grpSpPr>
      <p:sp>
        <p:nvSpPr>
          <p:cNvPr id="70" name="Google Shape;70;g2b398b6531d_0_0"/>
          <p:cNvSpPr txBox="1">
            <a:spLocks noGrp="1"/>
          </p:cNvSpPr>
          <p:nvPr>
            <p:ph type="ctrTitle" idx="4294967295"/>
          </p:nvPr>
        </p:nvSpPr>
        <p:spPr>
          <a:xfrm>
            <a:off x="217650" y="2047050"/>
            <a:ext cx="11756700" cy="4932600"/>
          </a:xfrm>
          <a:prstGeom prst="rect">
            <a:avLst/>
          </a:prstGeom>
          <a:noFill/>
          <a:ln>
            <a:noFill/>
          </a:ln>
        </p:spPr>
        <p:txBody>
          <a:bodyPr spcFirstLastPara="1" wrap="square" lIns="45675" tIns="45675" rIns="45675" bIns="45675" anchor="t" anchorCtr="0">
            <a:noAutofit/>
          </a:bodyPr>
          <a:lstStyle/>
          <a:p>
            <a:pPr marL="0" marR="0" lvl="0" indent="0" algn="l" rtl="0">
              <a:lnSpc>
                <a:spcPct val="90000"/>
              </a:lnSpc>
              <a:spcBef>
                <a:spcPts val="0"/>
              </a:spcBef>
              <a:spcAft>
                <a:spcPts val="0"/>
              </a:spcAft>
              <a:buClr>
                <a:schemeClr val="dk1"/>
              </a:buClr>
              <a:buSzPts val="1100"/>
              <a:buFont typeface="Arial"/>
              <a:buNone/>
            </a:pPr>
            <a:endParaRPr sz="2100" b="0" i="0" u="none" strike="noStrike" cap="none">
              <a:solidFill>
                <a:srgbClr val="000000"/>
              </a:solidFill>
              <a:latin typeface="Times New Roman"/>
              <a:ea typeface="Times New Roman"/>
              <a:cs typeface="Times New Roman"/>
              <a:sym typeface="Times New Roman"/>
            </a:endParaRPr>
          </a:p>
          <a:p>
            <a:pPr marL="0" marR="0" lvl="0" indent="0" algn="l" rtl="0">
              <a:lnSpc>
                <a:spcPct val="90000"/>
              </a:lnSpc>
              <a:spcBef>
                <a:spcPts val="0"/>
              </a:spcBef>
              <a:spcAft>
                <a:spcPts val="0"/>
              </a:spcAft>
              <a:buClr>
                <a:schemeClr val="dk1"/>
              </a:buClr>
              <a:buSzPts val="1100"/>
              <a:buFont typeface="Arial"/>
              <a:buNone/>
            </a:pPr>
            <a:endParaRPr sz="2100" b="0" i="0" u="none" strike="noStrike" cap="none">
              <a:solidFill>
                <a:srgbClr val="000000"/>
              </a:solidFill>
              <a:latin typeface="Times New Roman"/>
              <a:ea typeface="Times New Roman"/>
              <a:cs typeface="Times New Roman"/>
              <a:sym typeface="Times New Roman"/>
            </a:endParaRPr>
          </a:p>
          <a:p>
            <a:pPr marL="0" marR="0" lvl="0" indent="0" algn="l" rtl="0">
              <a:lnSpc>
                <a:spcPct val="90000"/>
              </a:lnSpc>
              <a:spcBef>
                <a:spcPts val="0"/>
              </a:spcBef>
              <a:spcAft>
                <a:spcPts val="0"/>
              </a:spcAft>
              <a:buClr>
                <a:schemeClr val="dk1"/>
              </a:buClr>
              <a:buSzPts val="1100"/>
              <a:buFont typeface="Arial"/>
              <a:buNone/>
            </a:pPr>
            <a:endParaRPr sz="2100" b="0" i="0" u="none" strike="noStrike" cap="none">
              <a:solidFill>
                <a:srgbClr val="000000"/>
              </a:solidFill>
              <a:latin typeface="Times New Roman"/>
              <a:ea typeface="Times New Roman"/>
              <a:cs typeface="Times New Roman"/>
              <a:sym typeface="Times New Roman"/>
            </a:endParaRPr>
          </a:p>
          <a:p>
            <a:pPr marL="0" marR="0" lvl="0" indent="0" algn="l" rtl="0">
              <a:lnSpc>
                <a:spcPct val="90000"/>
              </a:lnSpc>
              <a:spcBef>
                <a:spcPts val="0"/>
              </a:spcBef>
              <a:spcAft>
                <a:spcPts val="0"/>
              </a:spcAft>
              <a:buClr>
                <a:schemeClr val="dk1"/>
              </a:buClr>
              <a:buSzPts val="1100"/>
              <a:buFont typeface="Arial"/>
              <a:buNone/>
            </a:pPr>
            <a:endParaRPr sz="2100" b="0" i="0" u="none" strike="noStrike" cap="none">
              <a:solidFill>
                <a:srgbClr val="000000"/>
              </a:solidFill>
              <a:latin typeface="Times New Roman"/>
              <a:ea typeface="Times New Roman"/>
              <a:cs typeface="Times New Roman"/>
              <a:sym typeface="Times New Roman"/>
            </a:endParaRPr>
          </a:p>
          <a:p>
            <a:pPr marL="0" marR="0" lvl="0" indent="0" algn="l" rtl="0">
              <a:lnSpc>
                <a:spcPct val="90000"/>
              </a:lnSpc>
              <a:spcBef>
                <a:spcPts val="0"/>
              </a:spcBef>
              <a:spcAft>
                <a:spcPts val="0"/>
              </a:spcAft>
              <a:buClr>
                <a:schemeClr val="dk1"/>
              </a:buClr>
              <a:buSzPts val="1100"/>
              <a:buFont typeface="Arial"/>
              <a:buNone/>
            </a:pPr>
            <a:endParaRPr sz="2100" b="0" i="0" u="none" strike="noStrike" cap="none">
              <a:solidFill>
                <a:srgbClr val="000000"/>
              </a:solidFill>
              <a:latin typeface="Times New Roman"/>
              <a:ea typeface="Times New Roman"/>
              <a:cs typeface="Times New Roman"/>
              <a:sym typeface="Times New Roman"/>
            </a:endParaRPr>
          </a:p>
          <a:p>
            <a:pPr marL="0" marR="0" lvl="0" indent="0" algn="l" rtl="0">
              <a:lnSpc>
                <a:spcPct val="90000"/>
              </a:lnSpc>
              <a:spcBef>
                <a:spcPts val="0"/>
              </a:spcBef>
              <a:spcAft>
                <a:spcPts val="0"/>
              </a:spcAft>
              <a:buClr>
                <a:schemeClr val="dk1"/>
              </a:buClr>
              <a:buSzPts val="1100"/>
              <a:buFont typeface="Arial"/>
              <a:buNone/>
            </a:pPr>
            <a:endParaRPr sz="2100" b="0" i="0" u="none" strike="noStrike" cap="none">
              <a:solidFill>
                <a:srgbClr val="000000"/>
              </a:solidFill>
              <a:latin typeface="Times New Roman"/>
              <a:ea typeface="Times New Roman"/>
              <a:cs typeface="Times New Roman"/>
              <a:sym typeface="Times New Roman"/>
            </a:endParaRPr>
          </a:p>
          <a:p>
            <a:pPr marL="0" marR="0" lvl="0" indent="0" algn="l" rtl="0">
              <a:lnSpc>
                <a:spcPct val="90000"/>
              </a:lnSpc>
              <a:spcBef>
                <a:spcPts val="0"/>
              </a:spcBef>
              <a:spcAft>
                <a:spcPts val="0"/>
              </a:spcAft>
              <a:buClr>
                <a:schemeClr val="dk1"/>
              </a:buClr>
              <a:buSzPts val="1100"/>
              <a:buFont typeface="Arial"/>
              <a:buNone/>
            </a:pPr>
            <a:endParaRPr sz="2100" b="0" i="0" u="none" strike="noStrike" cap="none">
              <a:solidFill>
                <a:srgbClr val="000000"/>
              </a:solidFill>
              <a:latin typeface="Times New Roman"/>
              <a:ea typeface="Times New Roman"/>
              <a:cs typeface="Times New Roman"/>
              <a:sym typeface="Times New Roman"/>
            </a:endParaRPr>
          </a:p>
          <a:p>
            <a:pPr marL="0" marR="0" lvl="0" indent="0" algn="l" rtl="0">
              <a:lnSpc>
                <a:spcPct val="90000"/>
              </a:lnSpc>
              <a:spcBef>
                <a:spcPts val="0"/>
              </a:spcBef>
              <a:spcAft>
                <a:spcPts val="0"/>
              </a:spcAft>
              <a:buClr>
                <a:schemeClr val="dk1"/>
              </a:buClr>
              <a:buSzPts val="1100"/>
              <a:buFont typeface="Arial"/>
              <a:buNone/>
            </a:pPr>
            <a:endParaRPr sz="2100" b="0" i="0" u="none" strike="noStrike" cap="none">
              <a:solidFill>
                <a:srgbClr val="000000"/>
              </a:solidFill>
              <a:latin typeface="Times New Roman"/>
              <a:ea typeface="Times New Roman"/>
              <a:cs typeface="Times New Roman"/>
              <a:sym typeface="Times New Roman"/>
            </a:endParaRPr>
          </a:p>
          <a:p>
            <a:pPr marL="0" marR="0" lvl="0" indent="0" algn="l" rtl="0">
              <a:lnSpc>
                <a:spcPct val="90000"/>
              </a:lnSpc>
              <a:spcBef>
                <a:spcPts val="0"/>
              </a:spcBef>
              <a:spcAft>
                <a:spcPts val="0"/>
              </a:spcAft>
              <a:buClr>
                <a:schemeClr val="dk1"/>
              </a:buClr>
              <a:buSzPts val="1100"/>
              <a:buFont typeface="Arial"/>
              <a:buNone/>
            </a:pPr>
            <a:endParaRPr sz="2100" b="0" i="0" u="none" strike="noStrike" cap="none">
              <a:solidFill>
                <a:srgbClr val="000000"/>
              </a:solidFill>
              <a:latin typeface="Times New Roman"/>
              <a:ea typeface="Times New Roman"/>
              <a:cs typeface="Times New Roman"/>
              <a:sym typeface="Times New Roman"/>
            </a:endParaRPr>
          </a:p>
          <a:p>
            <a:pPr marL="0" marR="0" lvl="0" indent="0" algn="l" rtl="0">
              <a:lnSpc>
                <a:spcPct val="90000"/>
              </a:lnSpc>
              <a:spcBef>
                <a:spcPts val="0"/>
              </a:spcBef>
              <a:spcAft>
                <a:spcPts val="0"/>
              </a:spcAft>
              <a:buClr>
                <a:schemeClr val="dk1"/>
              </a:buClr>
              <a:buSzPts val="1100"/>
              <a:buFont typeface="Arial"/>
              <a:buNone/>
            </a:pPr>
            <a:endParaRPr sz="2100" b="0" i="0" u="none" strike="noStrike" cap="none">
              <a:solidFill>
                <a:srgbClr val="000000"/>
              </a:solidFill>
              <a:latin typeface="Times New Roman"/>
              <a:ea typeface="Times New Roman"/>
              <a:cs typeface="Times New Roman"/>
              <a:sym typeface="Times New Roman"/>
            </a:endParaRPr>
          </a:p>
          <a:p>
            <a:pPr marL="0" marR="0" lvl="0" indent="0" algn="l" rtl="0">
              <a:lnSpc>
                <a:spcPct val="90000"/>
              </a:lnSpc>
              <a:spcBef>
                <a:spcPts val="0"/>
              </a:spcBef>
              <a:spcAft>
                <a:spcPts val="0"/>
              </a:spcAft>
              <a:buClr>
                <a:schemeClr val="dk1"/>
              </a:buClr>
              <a:buSzPts val="1100"/>
              <a:buFont typeface="Arial"/>
              <a:buNone/>
            </a:pPr>
            <a:endParaRPr sz="2100" b="0" i="0" u="none" strike="noStrike" cap="none">
              <a:solidFill>
                <a:srgbClr val="000000"/>
              </a:solidFill>
              <a:latin typeface="Times New Roman"/>
              <a:ea typeface="Times New Roman"/>
              <a:cs typeface="Times New Roman"/>
              <a:sym typeface="Times New Roman"/>
            </a:endParaRPr>
          </a:p>
          <a:p>
            <a:pPr marL="0" marR="0" lvl="0" indent="0" algn="l" rtl="0">
              <a:lnSpc>
                <a:spcPct val="90000"/>
              </a:lnSpc>
              <a:spcBef>
                <a:spcPts val="0"/>
              </a:spcBef>
              <a:spcAft>
                <a:spcPts val="0"/>
              </a:spcAft>
              <a:buClr>
                <a:schemeClr val="dk1"/>
              </a:buClr>
              <a:buSzPts val="1100"/>
              <a:buFont typeface="Arial"/>
              <a:buNone/>
            </a:pPr>
            <a:endParaRPr sz="2100" b="0" i="0" u="none" strike="noStrike" cap="none">
              <a:solidFill>
                <a:srgbClr val="000000"/>
              </a:solidFill>
              <a:latin typeface="Times New Roman"/>
              <a:ea typeface="Times New Roman"/>
              <a:cs typeface="Times New Roman"/>
              <a:sym typeface="Times New Roman"/>
            </a:endParaRPr>
          </a:p>
          <a:p>
            <a:pPr marL="0" marR="0" lvl="0" indent="0" algn="l" rtl="0">
              <a:lnSpc>
                <a:spcPct val="90000"/>
              </a:lnSpc>
              <a:spcBef>
                <a:spcPts val="0"/>
              </a:spcBef>
              <a:spcAft>
                <a:spcPts val="0"/>
              </a:spcAft>
              <a:buClr>
                <a:schemeClr val="dk1"/>
              </a:buClr>
              <a:buSzPts val="1100"/>
              <a:buFont typeface="Arial"/>
              <a:buNone/>
            </a:pPr>
            <a:endParaRPr sz="2100" b="0" i="0" u="none" strike="noStrike" cap="none">
              <a:solidFill>
                <a:srgbClr val="000000"/>
              </a:solidFill>
              <a:latin typeface="Times New Roman"/>
              <a:ea typeface="Times New Roman"/>
              <a:cs typeface="Times New Roman"/>
              <a:sym typeface="Times New Roman"/>
            </a:endParaRPr>
          </a:p>
          <a:p>
            <a:pPr marL="0" marR="0" lvl="0" indent="0" algn="l" rtl="0">
              <a:lnSpc>
                <a:spcPct val="90000"/>
              </a:lnSpc>
              <a:spcBef>
                <a:spcPts val="0"/>
              </a:spcBef>
              <a:spcAft>
                <a:spcPts val="0"/>
              </a:spcAft>
              <a:buClr>
                <a:schemeClr val="dk1"/>
              </a:buClr>
              <a:buSzPts val="1100"/>
              <a:buFont typeface="Arial"/>
              <a:buNone/>
            </a:pPr>
            <a:endParaRPr sz="2100" b="0" i="0" u="none" strike="noStrike" cap="none">
              <a:solidFill>
                <a:srgbClr val="000000"/>
              </a:solidFill>
              <a:latin typeface="Times New Roman"/>
              <a:ea typeface="Times New Roman"/>
              <a:cs typeface="Times New Roman"/>
              <a:sym typeface="Times New Roman"/>
            </a:endParaRPr>
          </a:p>
          <a:p>
            <a:pPr marL="0" marR="0" lvl="0" indent="0" algn="l" rtl="0">
              <a:lnSpc>
                <a:spcPct val="90000"/>
              </a:lnSpc>
              <a:spcBef>
                <a:spcPts val="0"/>
              </a:spcBef>
              <a:spcAft>
                <a:spcPts val="0"/>
              </a:spcAft>
              <a:buClr>
                <a:schemeClr val="dk1"/>
              </a:buClr>
              <a:buSzPts val="1100"/>
              <a:buFont typeface="Arial"/>
              <a:buNone/>
            </a:pPr>
            <a:endParaRPr sz="2100" b="0" i="0" u="none" strike="noStrike" cap="none">
              <a:solidFill>
                <a:srgbClr val="000000"/>
              </a:solidFill>
              <a:latin typeface="Times New Roman"/>
              <a:ea typeface="Times New Roman"/>
              <a:cs typeface="Times New Roman"/>
              <a:sym typeface="Times New Roman"/>
            </a:endParaRPr>
          </a:p>
          <a:p>
            <a:pPr marL="0" marR="0" lvl="0" indent="0" algn="l" rtl="0">
              <a:lnSpc>
                <a:spcPct val="90000"/>
              </a:lnSpc>
              <a:spcBef>
                <a:spcPts val="0"/>
              </a:spcBef>
              <a:spcAft>
                <a:spcPts val="0"/>
              </a:spcAft>
              <a:buClr>
                <a:schemeClr val="dk1"/>
              </a:buClr>
              <a:buSzPts val="1100"/>
              <a:buFont typeface="Arial"/>
              <a:buNone/>
            </a:pPr>
            <a:r>
              <a:rPr lang="en-US" sz="2100" b="0" i="0" u="none" strike="noStrike" cap="none">
                <a:solidFill>
                  <a:srgbClr val="000000"/>
                </a:solidFill>
                <a:latin typeface="Times New Roman"/>
                <a:ea typeface="Times New Roman"/>
                <a:cs typeface="Times New Roman"/>
                <a:sym typeface="Times New Roman"/>
              </a:rPr>
              <a:t>                                                                      </a:t>
            </a:r>
            <a:r>
              <a:rPr lang="en-US" sz="2100" b="1" i="0" u="none" strike="noStrike" cap="none">
                <a:solidFill>
                  <a:srgbClr val="000000"/>
                </a:solidFill>
                <a:latin typeface="Times New Roman"/>
                <a:ea typeface="Times New Roman"/>
                <a:cs typeface="Times New Roman"/>
                <a:sym typeface="Times New Roman"/>
              </a:rPr>
              <a:t>Fig </a:t>
            </a:r>
            <a:r>
              <a:rPr lang="en-US" sz="2100" b="1">
                <a:latin typeface="Times New Roman"/>
                <a:ea typeface="Times New Roman"/>
                <a:cs typeface="Times New Roman"/>
                <a:sym typeface="Times New Roman"/>
              </a:rPr>
              <a:t>1</a:t>
            </a:r>
            <a:r>
              <a:rPr lang="en-US" sz="2100" b="1" i="0" u="none" strike="noStrike" cap="none">
                <a:solidFill>
                  <a:srgbClr val="000000"/>
                </a:solidFill>
                <a:latin typeface="Times New Roman"/>
                <a:ea typeface="Times New Roman"/>
                <a:cs typeface="Times New Roman"/>
                <a:sym typeface="Times New Roman"/>
              </a:rPr>
              <a:t>: </a:t>
            </a:r>
            <a:r>
              <a:rPr lang="en-US" sz="2100" b="1">
                <a:latin typeface="Times New Roman"/>
                <a:ea typeface="Times New Roman"/>
                <a:cs typeface="Times New Roman"/>
                <a:sym typeface="Times New Roman"/>
              </a:rPr>
              <a:t>Architecture</a:t>
            </a:r>
            <a:endParaRPr sz="2100" b="1" i="0" u="none" strike="noStrike" cap="none">
              <a:solidFill>
                <a:srgbClr val="000000"/>
              </a:solidFill>
              <a:latin typeface="Times New Roman"/>
              <a:ea typeface="Times New Roman"/>
              <a:cs typeface="Times New Roman"/>
              <a:sym typeface="Times New Roman"/>
            </a:endParaRPr>
          </a:p>
          <a:p>
            <a:pPr marL="0" marR="0" lvl="0" indent="0" algn="l" rtl="0">
              <a:lnSpc>
                <a:spcPct val="90000"/>
              </a:lnSpc>
              <a:spcBef>
                <a:spcPts val="0"/>
              </a:spcBef>
              <a:spcAft>
                <a:spcPts val="0"/>
              </a:spcAft>
              <a:buClr>
                <a:srgbClr val="000000"/>
              </a:buClr>
              <a:buSzPts val="4717"/>
              <a:buFont typeface="Calibri"/>
              <a:buNone/>
            </a:pPr>
            <a:br>
              <a:rPr lang="en-US" sz="2100" b="0" i="0" u="none" strike="noStrike" cap="none">
                <a:solidFill>
                  <a:srgbClr val="000000"/>
                </a:solidFill>
                <a:latin typeface="Times New Roman"/>
                <a:ea typeface="Times New Roman"/>
                <a:cs typeface="Times New Roman"/>
                <a:sym typeface="Times New Roman"/>
              </a:rPr>
            </a:br>
            <a:br>
              <a:rPr lang="en-US" sz="2100" b="0" i="0" u="none" strike="noStrike" cap="none">
                <a:solidFill>
                  <a:srgbClr val="000000"/>
                </a:solidFill>
                <a:latin typeface="Times New Roman"/>
                <a:ea typeface="Times New Roman"/>
                <a:cs typeface="Times New Roman"/>
                <a:sym typeface="Times New Roman"/>
              </a:rPr>
            </a:br>
            <a:br>
              <a:rPr lang="en-US" sz="2100" b="0" i="0" u="none" strike="noStrike" cap="none">
                <a:solidFill>
                  <a:srgbClr val="000000"/>
                </a:solidFill>
                <a:latin typeface="Times New Roman"/>
                <a:ea typeface="Times New Roman"/>
                <a:cs typeface="Times New Roman"/>
                <a:sym typeface="Times New Roman"/>
              </a:rPr>
            </a:br>
            <a:br>
              <a:rPr lang="en-US" sz="2100" b="0" i="0" u="none" strike="noStrike" cap="none">
                <a:solidFill>
                  <a:srgbClr val="000000"/>
                </a:solidFill>
                <a:latin typeface="Times New Roman"/>
                <a:ea typeface="Times New Roman"/>
                <a:cs typeface="Times New Roman"/>
                <a:sym typeface="Times New Roman"/>
              </a:rPr>
            </a:br>
            <a:br>
              <a:rPr lang="en-US" sz="2100" b="0" i="0" u="none" strike="noStrike" cap="none">
                <a:solidFill>
                  <a:srgbClr val="000000"/>
                </a:solidFill>
                <a:latin typeface="Times New Roman"/>
                <a:ea typeface="Times New Roman"/>
                <a:cs typeface="Times New Roman"/>
                <a:sym typeface="Times New Roman"/>
              </a:rPr>
            </a:br>
            <a:endParaRPr sz="2100" b="0" i="0" u="none" strike="noStrike" cap="none">
              <a:solidFill>
                <a:srgbClr val="000000"/>
              </a:solidFill>
              <a:latin typeface="Times New Roman"/>
              <a:ea typeface="Times New Roman"/>
              <a:cs typeface="Times New Roman"/>
              <a:sym typeface="Times New Roman"/>
            </a:endParaRPr>
          </a:p>
          <a:p>
            <a:pPr marL="0" marR="0" lvl="0" indent="0" algn="l" rtl="0">
              <a:lnSpc>
                <a:spcPct val="90000"/>
              </a:lnSpc>
              <a:spcBef>
                <a:spcPts val="0"/>
              </a:spcBef>
              <a:spcAft>
                <a:spcPts val="0"/>
              </a:spcAft>
              <a:buClr>
                <a:srgbClr val="000000"/>
              </a:buClr>
              <a:buSzPts val="4717"/>
              <a:buFont typeface="Calibri"/>
              <a:buNone/>
            </a:pPr>
            <a:endParaRPr sz="2100" b="0" i="0" u="none" strike="noStrike" cap="none">
              <a:solidFill>
                <a:srgbClr val="000000"/>
              </a:solidFill>
              <a:latin typeface="Times New Roman"/>
              <a:ea typeface="Times New Roman"/>
              <a:cs typeface="Times New Roman"/>
              <a:sym typeface="Times New Roman"/>
            </a:endParaRPr>
          </a:p>
          <a:p>
            <a:pPr marL="0" marR="0" lvl="0" indent="0" algn="l" rtl="0">
              <a:lnSpc>
                <a:spcPct val="90000"/>
              </a:lnSpc>
              <a:spcBef>
                <a:spcPts val="0"/>
              </a:spcBef>
              <a:spcAft>
                <a:spcPts val="0"/>
              </a:spcAft>
              <a:buClr>
                <a:srgbClr val="000000"/>
              </a:buClr>
              <a:buSzPts val="4717"/>
              <a:buFont typeface="Calibri"/>
              <a:buNone/>
            </a:pPr>
            <a:r>
              <a:rPr lang="en-US" sz="2100" b="0" i="0" u="none" strike="noStrike" cap="none">
                <a:solidFill>
                  <a:srgbClr val="000000"/>
                </a:solidFill>
                <a:latin typeface="Times New Roman"/>
                <a:ea typeface="Times New Roman"/>
                <a:cs typeface="Times New Roman"/>
                <a:sym typeface="Times New Roman"/>
              </a:rPr>
              <a:t>                                                                                                     </a:t>
            </a:r>
            <a:endParaRPr sz="2100" b="0" i="0" u="none" strike="noStrike" cap="none">
              <a:solidFill>
                <a:srgbClr val="000000"/>
              </a:solidFill>
              <a:latin typeface="Times New Roman"/>
              <a:ea typeface="Times New Roman"/>
              <a:cs typeface="Times New Roman"/>
              <a:sym typeface="Times New Roman"/>
            </a:endParaRPr>
          </a:p>
          <a:p>
            <a:pPr marL="0" marR="0" lvl="0" indent="0" algn="l" rtl="0">
              <a:lnSpc>
                <a:spcPct val="90000"/>
              </a:lnSpc>
              <a:spcBef>
                <a:spcPts val="0"/>
              </a:spcBef>
              <a:spcAft>
                <a:spcPts val="0"/>
              </a:spcAft>
              <a:buClr>
                <a:srgbClr val="000000"/>
              </a:buClr>
              <a:buSzPts val="4717"/>
              <a:buFont typeface="Calibri"/>
              <a:buNone/>
            </a:pPr>
            <a:r>
              <a:rPr lang="en-US" sz="2100" b="0" i="0" u="none" strike="noStrike" cap="none">
                <a:solidFill>
                  <a:srgbClr val="000000"/>
                </a:solidFill>
                <a:latin typeface="Times New Roman"/>
                <a:ea typeface="Times New Roman"/>
                <a:cs typeface="Times New Roman"/>
                <a:sym typeface="Times New Roman"/>
              </a:rPr>
              <a:t>                                                                                                 </a:t>
            </a:r>
            <a:endParaRPr sz="2100" b="0" i="0" u="none" strike="noStrike" cap="none">
              <a:solidFill>
                <a:srgbClr val="000000"/>
              </a:solidFill>
              <a:latin typeface="Times New Roman"/>
              <a:ea typeface="Times New Roman"/>
              <a:cs typeface="Times New Roman"/>
              <a:sym typeface="Times New Roman"/>
            </a:endParaRPr>
          </a:p>
          <a:p>
            <a:pPr marL="0" marR="0" lvl="0" indent="0" algn="l" rtl="0">
              <a:lnSpc>
                <a:spcPct val="90000"/>
              </a:lnSpc>
              <a:spcBef>
                <a:spcPts val="0"/>
              </a:spcBef>
              <a:spcAft>
                <a:spcPts val="0"/>
              </a:spcAft>
              <a:buClr>
                <a:srgbClr val="000000"/>
              </a:buClr>
              <a:buSzPts val="4717"/>
              <a:buFont typeface="Calibri"/>
              <a:buNone/>
            </a:pPr>
            <a:endParaRPr sz="2100" b="0" i="0" u="none" strike="noStrike" cap="none">
              <a:solidFill>
                <a:srgbClr val="000000"/>
              </a:solidFill>
              <a:latin typeface="Times New Roman"/>
              <a:ea typeface="Times New Roman"/>
              <a:cs typeface="Times New Roman"/>
              <a:sym typeface="Times New Roman"/>
            </a:endParaRPr>
          </a:p>
          <a:p>
            <a:pPr marL="0" marR="0" lvl="0" indent="0" algn="l" rtl="0">
              <a:lnSpc>
                <a:spcPct val="90000"/>
              </a:lnSpc>
              <a:spcBef>
                <a:spcPts val="0"/>
              </a:spcBef>
              <a:spcAft>
                <a:spcPts val="0"/>
              </a:spcAft>
              <a:buClr>
                <a:srgbClr val="000000"/>
              </a:buClr>
              <a:buSzPts val="4717"/>
              <a:buFont typeface="Calibri"/>
              <a:buNone/>
            </a:pPr>
            <a:endParaRPr sz="2100" b="0" i="0" u="none" strike="noStrike" cap="none">
              <a:solidFill>
                <a:srgbClr val="000000"/>
              </a:solidFill>
              <a:latin typeface="Times New Roman"/>
              <a:ea typeface="Times New Roman"/>
              <a:cs typeface="Times New Roman"/>
              <a:sym typeface="Times New Roman"/>
            </a:endParaRPr>
          </a:p>
          <a:p>
            <a:pPr marL="0" marR="0" lvl="0" indent="0" algn="l" rtl="0">
              <a:lnSpc>
                <a:spcPct val="90000"/>
              </a:lnSpc>
              <a:spcBef>
                <a:spcPts val="0"/>
              </a:spcBef>
              <a:spcAft>
                <a:spcPts val="0"/>
              </a:spcAft>
              <a:buClr>
                <a:srgbClr val="000000"/>
              </a:buClr>
              <a:buSzPts val="4717"/>
              <a:buFont typeface="Calibri"/>
              <a:buNone/>
            </a:pPr>
            <a:endParaRPr sz="2100" b="0" i="0" u="none" strike="noStrike" cap="none">
              <a:solidFill>
                <a:srgbClr val="000000"/>
              </a:solidFill>
              <a:latin typeface="Times New Roman"/>
              <a:ea typeface="Times New Roman"/>
              <a:cs typeface="Times New Roman"/>
              <a:sym typeface="Times New Roman"/>
            </a:endParaRPr>
          </a:p>
          <a:p>
            <a:pPr marL="0" marR="0" lvl="0" indent="0" algn="l" rtl="0">
              <a:lnSpc>
                <a:spcPct val="90000"/>
              </a:lnSpc>
              <a:spcBef>
                <a:spcPts val="0"/>
              </a:spcBef>
              <a:spcAft>
                <a:spcPts val="0"/>
              </a:spcAft>
              <a:buClr>
                <a:srgbClr val="000000"/>
              </a:buClr>
              <a:buSzPts val="4717"/>
              <a:buFont typeface="Calibri"/>
              <a:buNone/>
            </a:pPr>
            <a:endParaRPr sz="2100" b="0" i="0" u="none" strike="noStrike" cap="none">
              <a:solidFill>
                <a:srgbClr val="000000"/>
              </a:solidFill>
              <a:latin typeface="Times New Roman"/>
              <a:ea typeface="Times New Roman"/>
              <a:cs typeface="Times New Roman"/>
              <a:sym typeface="Times New Roman"/>
            </a:endParaRPr>
          </a:p>
          <a:p>
            <a:pPr marL="0" marR="0" lvl="0" indent="0" algn="l" rtl="0">
              <a:lnSpc>
                <a:spcPct val="90000"/>
              </a:lnSpc>
              <a:spcBef>
                <a:spcPts val="0"/>
              </a:spcBef>
              <a:spcAft>
                <a:spcPts val="0"/>
              </a:spcAft>
              <a:buClr>
                <a:srgbClr val="000000"/>
              </a:buClr>
              <a:buSzPts val="4717"/>
              <a:buFont typeface="Calibri"/>
              <a:buNone/>
            </a:pPr>
            <a:endParaRPr sz="2100" b="0" i="0" u="none" strike="noStrike" cap="none">
              <a:solidFill>
                <a:srgbClr val="000000"/>
              </a:solidFill>
              <a:latin typeface="Times New Roman"/>
              <a:ea typeface="Times New Roman"/>
              <a:cs typeface="Times New Roman"/>
              <a:sym typeface="Times New Roman"/>
            </a:endParaRPr>
          </a:p>
          <a:p>
            <a:pPr marL="0" marR="0" lvl="0" indent="0" algn="l" rtl="0">
              <a:lnSpc>
                <a:spcPct val="90000"/>
              </a:lnSpc>
              <a:spcBef>
                <a:spcPts val="0"/>
              </a:spcBef>
              <a:spcAft>
                <a:spcPts val="0"/>
              </a:spcAft>
              <a:buClr>
                <a:srgbClr val="000000"/>
              </a:buClr>
              <a:buSzPts val="4717"/>
              <a:buFont typeface="Calibri"/>
              <a:buNone/>
            </a:pPr>
            <a:endParaRPr sz="2100" b="0" i="0" u="none" strike="noStrike" cap="none">
              <a:solidFill>
                <a:srgbClr val="000000"/>
              </a:solidFill>
              <a:latin typeface="Times New Roman"/>
              <a:ea typeface="Times New Roman"/>
              <a:cs typeface="Times New Roman"/>
              <a:sym typeface="Times New Roman"/>
            </a:endParaRPr>
          </a:p>
        </p:txBody>
      </p:sp>
      <p:pic>
        <p:nvPicPr>
          <p:cNvPr id="71" name="Google Shape;71;g2b398b6531d_0_0" descr="Google Shape;205;g2826546880a_3_4"/>
          <p:cNvPicPr preferRelativeResize="0"/>
          <p:nvPr/>
        </p:nvPicPr>
        <p:blipFill rotWithShape="1">
          <a:blip r:embed="rId3">
            <a:alphaModFix/>
          </a:blip>
          <a:srcRect/>
          <a:stretch/>
        </p:blipFill>
        <p:spPr>
          <a:xfrm>
            <a:off x="112598" y="290188"/>
            <a:ext cx="1219201" cy="1144589"/>
          </a:xfrm>
          <a:prstGeom prst="rect">
            <a:avLst/>
          </a:prstGeom>
          <a:noFill/>
          <a:ln>
            <a:noFill/>
          </a:ln>
        </p:spPr>
      </p:pic>
      <p:sp>
        <p:nvSpPr>
          <p:cNvPr id="72" name="Google Shape;72;g2b398b6531d_0_0"/>
          <p:cNvSpPr txBox="1"/>
          <p:nvPr/>
        </p:nvSpPr>
        <p:spPr>
          <a:xfrm>
            <a:off x="1420402" y="378592"/>
            <a:ext cx="10659000" cy="1108200"/>
          </a:xfrm>
          <a:prstGeom prst="rect">
            <a:avLst/>
          </a:prstGeom>
          <a:noFill/>
          <a:ln>
            <a:noFill/>
          </a:ln>
        </p:spPr>
        <p:txBody>
          <a:bodyPr spcFirstLastPara="1" wrap="square" lIns="45675" tIns="45675" rIns="45675" bIns="45675" anchor="t" anchorCtr="0">
            <a:spAutoFit/>
          </a:bodyPr>
          <a:lstStyle/>
          <a:p>
            <a:pPr marL="0" marR="0" lvl="0" indent="0" algn="ctr" rtl="0">
              <a:lnSpc>
                <a:spcPct val="100000"/>
              </a:lnSpc>
              <a:spcBef>
                <a:spcPts val="0"/>
              </a:spcBef>
              <a:spcAft>
                <a:spcPts val="0"/>
              </a:spcAft>
              <a:buClr>
                <a:srgbClr val="000000"/>
              </a:buClr>
              <a:buSzPts val="2200"/>
              <a:buFont typeface="Arial Rounded"/>
              <a:buNone/>
            </a:pPr>
            <a:r>
              <a:rPr lang="en-US" sz="2200" b="1" i="0" u="none" strike="noStrike" cap="none" dirty="0">
                <a:solidFill>
                  <a:srgbClr val="000000"/>
                </a:solidFill>
                <a:latin typeface="Arial Rounded"/>
                <a:ea typeface="Arial Rounded"/>
                <a:cs typeface="Arial Rounded"/>
                <a:sym typeface="Arial Rounded"/>
              </a:rPr>
              <a:t>GOKARAJU RANGARAJU INSTITUTE OF ENGINEERING AND TECHNOLOGY</a:t>
            </a:r>
            <a:endParaRPr sz="1400" b="0"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Rounded"/>
              <a:buNone/>
            </a:pPr>
            <a:r>
              <a:rPr lang="en-US" sz="2200" b="1" i="0" u="none" strike="noStrike" cap="none" dirty="0">
                <a:solidFill>
                  <a:srgbClr val="000000"/>
                </a:solidFill>
                <a:latin typeface="Arial Rounded"/>
                <a:ea typeface="Arial Rounded"/>
                <a:cs typeface="Arial Rounded"/>
                <a:sym typeface="Arial Rounded"/>
              </a:rPr>
              <a:t>Department of Computer Science and Engineering</a:t>
            </a:r>
            <a:endParaRPr sz="1400" b="0"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Clr>
                <a:schemeClr val="dk1"/>
              </a:buClr>
              <a:buSzPts val="2200"/>
              <a:buFont typeface="Arial Rounded"/>
              <a:buNone/>
            </a:pPr>
            <a:r>
              <a:rPr lang="en-US" sz="2200" b="1" i="0" u="none" strike="noStrike" cap="none" dirty="0">
                <a:solidFill>
                  <a:schemeClr val="dk1"/>
                </a:solidFill>
                <a:latin typeface="Arial Rounded"/>
                <a:ea typeface="Arial Rounded"/>
                <a:cs typeface="Arial Rounded"/>
                <a:sym typeface="Arial Rounded"/>
              </a:rPr>
              <a:t>MAJOR Project Phase-II Review-</a:t>
            </a:r>
            <a:r>
              <a:rPr lang="en-US" sz="2200" b="1" dirty="0">
                <a:solidFill>
                  <a:schemeClr val="dk1"/>
                </a:solidFill>
                <a:latin typeface="Arial Rounded"/>
                <a:ea typeface="Arial Rounded"/>
                <a:cs typeface="Arial Rounded"/>
                <a:sym typeface="Arial Rounded"/>
              </a:rPr>
              <a:t>2</a:t>
            </a:r>
            <a:endParaRPr sz="1400" b="0" i="0" u="none" strike="noStrike" cap="none" dirty="0">
              <a:solidFill>
                <a:srgbClr val="000000"/>
              </a:solidFill>
              <a:latin typeface="Arial"/>
              <a:ea typeface="Arial"/>
              <a:cs typeface="Arial"/>
              <a:sym typeface="Arial"/>
            </a:endParaRPr>
          </a:p>
        </p:txBody>
      </p:sp>
      <p:sp>
        <p:nvSpPr>
          <p:cNvPr id="73" name="Google Shape;73;g2b398b6531d_0_0"/>
          <p:cNvSpPr txBox="1"/>
          <p:nvPr/>
        </p:nvSpPr>
        <p:spPr>
          <a:xfrm>
            <a:off x="233675" y="1486792"/>
            <a:ext cx="10980600" cy="480300"/>
          </a:xfrm>
          <a:prstGeom prst="rect">
            <a:avLst/>
          </a:prstGeom>
          <a:noFill/>
          <a:ln>
            <a:noFill/>
          </a:ln>
        </p:spPr>
        <p:txBody>
          <a:bodyPr spcFirstLastPara="1" wrap="square" lIns="45675" tIns="45675" rIns="45675" bIns="45675" anchor="t" anchorCtr="0">
            <a:spAutoFit/>
          </a:bodyPr>
          <a:lstStyle/>
          <a:p>
            <a:pPr marL="0" marR="0" lvl="0" indent="0" algn="l" rtl="0">
              <a:lnSpc>
                <a:spcPct val="90000"/>
              </a:lnSpc>
              <a:spcBef>
                <a:spcPts val="0"/>
              </a:spcBef>
              <a:spcAft>
                <a:spcPts val="0"/>
              </a:spcAft>
              <a:buClr>
                <a:schemeClr val="dk1"/>
              </a:buClr>
              <a:buSzPts val="4717"/>
              <a:buFont typeface="Calibri"/>
              <a:buNone/>
            </a:pPr>
            <a:r>
              <a:rPr lang="en-US" sz="2800" b="1">
                <a:solidFill>
                  <a:schemeClr val="dk1"/>
                </a:solidFill>
                <a:latin typeface="Times New Roman"/>
                <a:ea typeface="Times New Roman"/>
                <a:cs typeface="Times New Roman"/>
                <a:sym typeface="Times New Roman"/>
              </a:rPr>
              <a:t>Proposed Architecture:</a:t>
            </a:r>
            <a:endParaRPr sz="2800" b="1" i="0" u="none" strike="noStrike" cap="none">
              <a:solidFill>
                <a:srgbClr val="000000"/>
              </a:solidFill>
              <a:latin typeface="Arial"/>
              <a:ea typeface="Arial"/>
              <a:cs typeface="Arial"/>
              <a:sym typeface="Arial"/>
            </a:endParaRPr>
          </a:p>
        </p:txBody>
      </p:sp>
      <p:pic>
        <p:nvPicPr>
          <p:cNvPr id="74" name="Google Shape;74;g2b398b6531d_0_0"/>
          <p:cNvPicPr preferRelativeResize="0"/>
          <p:nvPr/>
        </p:nvPicPr>
        <p:blipFill rotWithShape="1">
          <a:blip r:embed="rId4">
            <a:alphaModFix/>
          </a:blip>
          <a:srcRect/>
          <a:stretch/>
        </p:blipFill>
        <p:spPr>
          <a:xfrm>
            <a:off x="2147150" y="2243479"/>
            <a:ext cx="8021775" cy="3818896"/>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8"/>
        <p:cNvGrpSpPr/>
        <p:nvPr/>
      </p:nvGrpSpPr>
      <p:grpSpPr>
        <a:xfrm>
          <a:off x="0" y="0"/>
          <a:ext cx="0" cy="0"/>
          <a:chOff x="0" y="0"/>
          <a:chExt cx="0" cy="0"/>
        </a:xfrm>
      </p:grpSpPr>
      <p:sp>
        <p:nvSpPr>
          <p:cNvPr id="79" name="Google Shape;79;p11"/>
          <p:cNvSpPr txBox="1">
            <a:spLocks noGrp="1"/>
          </p:cNvSpPr>
          <p:nvPr>
            <p:ph type="ctrTitle" idx="4294967295"/>
          </p:nvPr>
        </p:nvSpPr>
        <p:spPr>
          <a:xfrm>
            <a:off x="66675" y="1822399"/>
            <a:ext cx="11969700" cy="4749901"/>
          </a:xfrm>
          <a:prstGeom prst="rect">
            <a:avLst/>
          </a:prstGeom>
          <a:noFill/>
          <a:ln>
            <a:noFill/>
          </a:ln>
        </p:spPr>
        <p:txBody>
          <a:bodyPr spcFirstLastPara="1" wrap="square" lIns="45675" tIns="45675" rIns="45675" bIns="45675" anchor="t" anchorCtr="0">
            <a:normAutofit/>
          </a:bodyPr>
          <a:lstStyle/>
          <a:p>
            <a:pPr marL="0" marR="0" lvl="0" indent="0" algn="l" rtl="0">
              <a:lnSpc>
                <a:spcPct val="90000"/>
              </a:lnSpc>
              <a:spcBef>
                <a:spcPts val="0"/>
              </a:spcBef>
              <a:spcAft>
                <a:spcPts val="0"/>
              </a:spcAft>
              <a:buClr>
                <a:srgbClr val="000000"/>
              </a:buClr>
              <a:buSzPts val="4717"/>
              <a:buFont typeface="Calibri"/>
              <a:buNone/>
            </a:pPr>
            <a:br>
              <a:rPr lang="en-US" sz="4717" b="1" i="0" u="none" strike="noStrike" cap="none">
                <a:solidFill>
                  <a:srgbClr val="000000"/>
                </a:solidFill>
                <a:latin typeface="Calibri"/>
                <a:ea typeface="Calibri"/>
                <a:cs typeface="Calibri"/>
                <a:sym typeface="Calibri"/>
              </a:rPr>
            </a:br>
            <a:br>
              <a:rPr lang="en-US" sz="4717" b="1" i="0" u="none" strike="noStrike" cap="none">
                <a:solidFill>
                  <a:srgbClr val="000000"/>
                </a:solidFill>
                <a:latin typeface="Calibri"/>
                <a:ea typeface="Calibri"/>
                <a:cs typeface="Calibri"/>
                <a:sym typeface="Calibri"/>
              </a:rPr>
            </a:br>
            <a:br>
              <a:rPr lang="en-US" sz="4717" b="1" i="0" u="none" strike="noStrike" cap="none">
                <a:solidFill>
                  <a:srgbClr val="000000"/>
                </a:solidFill>
                <a:latin typeface="Calibri"/>
                <a:ea typeface="Calibri"/>
                <a:cs typeface="Calibri"/>
                <a:sym typeface="Calibri"/>
              </a:rPr>
            </a:br>
            <a:br>
              <a:rPr lang="en-US" sz="4717" b="1" i="0" u="none" strike="noStrike" cap="none">
                <a:solidFill>
                  <a:srgbClr val="000000"/>
                </a:solidFill>
                <a:latin typeface="Calibri"/>
                <a:ea typeface="Calibri"/>
                <a:cs typeface="Calibri"/>
                <a:sym typeface="Calibri"/>
              </a:rPr>
            </a:br>
            <a:br>
              <a:rPr lang="en-US" sz="4717" b="1" i="0" u="none" strike="noStrike" cap="none">
                <a:solidFill>
                  <a:srgbClr val="000000"/>
                </a:solidFill>
                <a:latin typeface="Calibri"/>
                <a:ea typeface="Calibri"/>
                <a:cs typeface="Calibri"/>
                <a:sym typeface="Calibri"/>
              </a:rPr>
            </a:br>
            <a:br>
              <a:rPr lang="en-US" sz="4717" b="1" i="0" u="none" strike="noStrike" cap="none">
                <a:solidFill>
                  <a:srgbClr val="000000"/>
                </a:solidFill>
                <a:latin typeface="Calibri"/>
                <a:ea typeface="Calibri"/>
                <a:cs typeface="Calibri"/>
                <a:sym typeface="Calibri"/>
              </a:rPr>
            </a:br>
            <a:endParaRPr sz="4400" b="0" i="0" u="none" strike="noStrike" cap="none">
              <a:solidFill>
                <a:srgbClr val="000000"/>
              </a:solidFill>
              <a:latin typeface="Calibri"/>
              <a:ea typeface="Calibri"/>
              <a:cs typeface="Calibri"/>
              <a:sym typeface="Calibri"/>
            </a:endParaRPr>
          </a:p>
        </p:txBody>
      </p:sp>
      <p:pic>
        <p:nvPicPr>
          <p:cNvPr id="80" name="Google Shape;80;p11" descr="Google Shape;195;p6"/>
          <p:cNvPicPr preferRelativeResize="0"/>
          <p:nvPr/>
        </p:nvPicPr>
        <p:blipFill rotWithShape="1">
          <a:blip r:embed="rId3">
            <a:alphaModFix/>
          </a:blip>
          <a:srcRect/>
          <a:stretch/>
        </p:blipFill>
        <p:spPr>
          <a:xfrm>
            <a:off x="112598" y="482059"/>
            <a:ext cx="1219201" cy="1144589"/>
          </a:xfrm>
          <a:prstGeom prst="rect">
            <a:avLst/>
          </a:prstGeom>
          <a:noFill/>
          <a:ln>
            <a:noFill/>
          </a:ln>
        </p:spPr>
      </p:pic>
      <p:sp>
        <p:nvSpPr>
          <p:cNvPr id="81" name="Google Shape;81;p11"/>
          <p:cNvSpPr txBox="1"/>
          <p:nvPr/>
        </p:nvSpPr>
        <p:spPr>
          <a:xfrm>
            <a:off x="1377375" y="616324"/>
            <a:ext cx="10659000" cy="1108200"/>
          </a:xfrm>
          <a:prstGeom prst="rect">
            <a:avLst/>
          </a:prstGeom>
          <a:noFill/>
          <a:ln>
            <a:noFill/>
          </a:ln>
        </p:spPr>
        <p:txBody>
          <a:bodyPr spcFirstLastPara="1" wrap="square" lIns="45675" tIns="45675" rIns="45675" bIns="45675" anchor="t" anchorCtr="0">
            <a:spAutoFit/>
          </a:bodyPr>
          <a:lstStyle/>
          <a:p>
            <a:pPr marL="0" marR="0" lvl="0" indent="0" algn="ctr" rtl="0">
              <a:lnSpc>
                <a:spcPct val="100000"/>
              </a:lnSpc>
              <a:spcBef>
                <a:spcPts val="0"/>
              </a:spcBef>
              <a:spcAft>
                <a:spcPts val="0"/>
              </a:spcAft>
              <a:buClr>
                <a:srgbClr val="000000"/>
              </a:buClr>
              <a:buSzPts val="2200"/>
              <a:buFont typeface="Arial Rounded"/>
              <a:buNone/>
            </a:pPr>
            <a:r>
              <a:rPr lang="en-US" sz="2200" b="1" i="0" u="none" strike="noStrike" cap="none" dirty="0">
                <a:solidFill>
                  <a:srgbClr val="000000"/>
                </a:solidFill>
                <a:latin typeface="Arial Rounded"/>
                <a:ea typeface="Arial Rounded"/>
                <a:cs typeface="Arial Rounded"/>
                <a:sym typeface="Arial Rounded"/>
              </a:rPr>
              <a:t>GOKARAJU RANGARAJU INSTITUTE OF ENGINEERING AND TECHNOLOGY</a:t>
            </a:r>
            <a:endParaRPr sz="1400" b="0"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Rounded"/>
              <a:buNone/>
            </a:pPr>
            <a:r>
              <a:rPr lang="en-US" sz="2200" b="1" i="0" u="none" strike="noStrike" cap="none" dirty="0">
                <a:solidFill>
                  <a:srgbClr val="000000"/>
                </a:solidFill>
                <a:latin typeface="Arial Rounded"/>
                <a:ea typeface="Arial Rounded"/>
                <a:cs typeface="Arial Rounded"/>
                <a:sym typeface="Arial Rounded"/>
              </a:rPr>
              <a:t>Department of Computer Science and Engineering</a:t>
            </a:r>
            <a:endParaRPr sz="1400" b="0"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Rounded"/>
              <a:buNone/>
            </a:pPr>
            <a:r>
              <a:rPr lang="en-US" sz="2200" b="1" i="0" u="none" strike="noStrike" cap="none" dirty="0">
                <a:solidFill>
                  <a:schemeClr val="dk1"/>
                </a:solidFill>
                <a:latin typeface="Arial Rounded"/>
                <a:ea typeface="Arial Rounded"/>
                <a:cs typeface="Arial Rounded"/>
                <a:sym typeface="Arial Rounded"/>
              </a:rPr>
              <a:t>MAJOR Project Phase-II Review-</a:t>
            </a:r>
            <a:r>
              <a:rPr lang="en-US" sz="2200" b="1" dirty="0">
                <a:solidFill>
                  <a:schemeClr val="dk1"/>
                </a:solidFill>
                <a:latin typeface="Arial Rounded"/>
                <a:ea typeface="Arial Rounded"/>
                <a:cs typeface="Arial Rounded"/>
                <a:sym typeface="Arial Rounded"/>
              </a:rPr>
              <a:t>2</a:t>
            </a:r>
            <a:endParaRPr sz="1400" b="0" i="0" u="none" strike="noStrike" cap="none" dirty="0">
              <a:solidFill>
                <a:srgbClr val="000000"/>
              </a:solidFill>
              <a:latin typeface="Arial"/>
              <a:ea typeface="Arial"/>
              <a:cs typeface="Arial"/>
              <a:sym typeface="Arial"/>
            </a:endParaRPr>
          </a:p>
        </p:txBody>
      </p:sp>
      <p:sp>
        <p:nvSpPr>
          <p:cNvPr id="82" name="Google Shape;82;p11"/>
          <p:cNvSpPr txBox="1"/>
          <p:nvPr/>
        </p:nvSpPr>
        <p:spPr>
          <a:xfrm>
            <a:off x="233675" y="2349950"/>
            <a:ext cx="10980600" cy="4602300"/>
          </a:xfrm>
          <a:prstGeom prst="rect">
            <a:avLst/>
          </a:prstGeom>
          <a:noFill/>
          <a:ln>
            <a:noFill/>
          </a:ln>
        </p:spPr>
        <p:txBody>
          <a:bodyPr spcFirstLastPara="1" wrap="square" lIns="45675" tIns="45675" rIns="45675" bIns="45675" anchor="t" anchorCtr="0">
            <a:spAutoFit/>
          </a:bodyPr>
          <a:lstStyle/>
          <a:p>
            <a:pPr marL="0" marR="0" lvl="0" indent="0" algn="l" rtl="0">
              <a:lnSpc>
                <a:spcPct val="100000"/>
              </a:lnSpc>
              <a:spcBef>
                <a:spcPts val="0"/>
              </a:spcBef>
              <a:spcAft>
                <a:spcPts val="0"/>
              </a:spcAft>
              <a:buClr>
                <a:srgbClr val="1F2328"/>
              </a:buClr>
              <a:buSzPts val="2000"/>
              <a:buFont typeface="Times New Roman"/>
              <a:buNone/>
            </a:pPr>
            <a:r>
              <a:rPr lang="en-US" sz="2100" b="0" i="0" u="none" strike="noStrike" cap="none" dirty="0">
                <a:solidFill>
                  <a:srgbClr val="1F2328"/>
                </a:solidFill>
                <a:latin typeface="Times New Roman"/>
                <a:ea typeface="Times New Roman"/>
                <a:cs typeface="Times New Roman"/>
                <a:sym typeface="Times New Roman"/>
              </a:rPr>
              <a:t>There are </a:t>
            </a:r>
            <a:r>
              <a:rPr lang="en-US" sz="2100" dirty="0">
                <a:solidFill>
                  <a:srgbClr val="1F2328"/>
                </a:solidFill>
                <a:latin typeface="Times New Roman"/>
                <a:ea typeface="Times New Roman"/>
                <a:cs typeface="Times New Roman"/>
                <a:sym typeface="Times New Roman"/>
              </a:rPr>
              <a:t>four</a:t>
            </a:r>
            <a:r>
              <a:rPr lang="en-US" sz="2100" b="0" i="0" u="none" strike="noStrike" cap="none" dirty="0">
                <a:solidFill>
                  <a:srgbClr val="1F2328"/>
                </a:solidFill>
                <a:latin typeface="Times New Roman"/>
                <a:ea typeface="Times New Roman"/>
                <a:cs typeface="Times New Roman"/>
                <a:sym typeface="Times New Roman"/>
              </a:rPr>
              <a:t> main modules in our project.</a:t>
            </a:r>
            <a:endParaRPr sz="21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000"/>
              <a:buFont typeface="Arial"/>
              <a:buNone/>
            </a:pPr>
            <a:endParaRPr sz="2100" b="0" i="0" u="none" strike="noStrike" cap="none" dirty="0">
              <a:solidFill>
                <a:srgbClr val="1F2328"/>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1F2328"/>
              </a:buClr>
              <a:buSzPts val="2000"/>
              <a:buFont typeface="Times New Roman"/>
              <a:buNone/>
            </a:pPr>
            <a:r>
              <a:rPr lang="en-US" sz="2100" b="0" i="0" u="none" strike="noStrike" cap="none" dirty="0">
                <a:solidFill>
                  <a:srgbClr val="1F2328"/>
                </a:solidFill>
                <a:latin typeface="Times New Roman"/>
                <a:ea typeface="Times New Roman"/>
                <a:cs typeface="Times New Roman"/>
                <a:sym typeface="Times New Roman"/>
              </a:rPr>
              <a:t>De-GAN Module:</a:t>
            </a:r>
            <a:endParaRPr sz="2100" b="0" i="0" u="none" strike="noStrike" cap="none" dirty="0">
              <a:solidFill>
                <a:srgbClr val="000000"/>
              </a:solidFill>
              <a:latin typeface="Arial"/>
              <a:ea typeface="Arial"/>
              <a:cs typeface="Arial"/>
              <a:sym typeface="Arial"/>
            </a:endParaRPr>
          </a:p>
          <a:p>
            <a:pPr marL="457200" marR="0" lvl="0" indent="-361950" algn="l" rtl="0">
              <a:lnSpc>
                <a:spcPct val="100000"/>
              </a:lnSpc>
              <a:spcBef>
                <a:spcPts val="0"/>
              </a:spcBef>
              <a:spcAft>
                <a:spcPts val="0"/>
              </a:spcAft>
              <a:buClr>
                <a:srgbClr val="1F2328"/>
              </a:buClr>
              <a:buSzPts val="2100"/>
              <a:buFont typeface="Times New Roman"/>
              <a:buChar char="●"/>
            </a:pPr>
            <a:r>
              <a:rPr lang="en-US" sz="2100" b="0" i="0" u="none" strike="noStrike" cap="none" dirty="0">
                <a:solidFill>
                  <a:srgbClr val="1F2328"/>
                </a:solidFill>
                <a:latin typeface="Times New Roman"/>
                <a:ea typeface="Times New Roman"/>
                <a:cs typeface="Times New Roman"/>
                <a:sym typeface="Times New Roman"/>
              </a:rPr>
              <a:t>De-GAN utilizes Generative Adversarial Networks (GANs) for denoising handwritten documents.</a:t>
            </a:r>
            <a:endParaRPr sz="2100" b="0" i="0" u="none" strike="noStrike" cap="none" dirty="0">
              <a:solidFill>
                <a:srgbClr val="000000"/>
              </a:solidFill>
              <a:latin typeface="Arial"/>
              <a:ea typeface="Arial"/>
              <a:cs typeface="Arial"/>
              <a:sym typeface="Arial"/>
            </a:endParaRPr>
          </a:p>
          <a:p>
            <a:pPr marL="457200" marR="0" lvl="0" indent="-361950" algn="l" rtl="0">
              <a:lnSpc>
                <a:spcPct val="100000"/>
              </a:lnSpc>
              <a:spcBef>
                <a:spcPts val="0"/>
              </a:spcBef>
              <a:spcAft>
                <a:spcPts val="0"/>
              </a:spcAft>
              <a:buClr>
                <a:srgbClr val="1F2328"/>
              </a:buClr>
              <a:buSzPts val="2100"/>
              <a:buFont typeface="Times New Roman"/>
              <a:buChar char="●"/>
            </a:pPr>
            <a:r>
              <a:rPr lang="en-US" sz="2100" b="0" i="0" u="none" strike="noStrike" cap="none" dirty="0">
                <a:solidFill>
                  <a:srgbClr val="1F2328"/>
                </a:solidFill>
                <a:latin typeface="Times New Roman"/>
                <a:ea typeface="Times New Roman"/>
                <a:cs typeface="Times New Roman"/>
                <a:sym typeface="Times New Roman"/>
              </a:rPr>
              <a:t>It identifies and removes various types of noise, such as background artifacts and smudges.</a:t>
            </a:r>
            <a:endParaRPr sz="2100" b="0" i="0" u="none" strike="noStrike" cap="none" dirty="0">
              <a:solidFill>
                <a:srgbClr val="000000"/>
              </a:solidFill>
              <a:latin typeface="Arial"/>
              <a:ea typeface="Arial"/>
              <a:cs typeface="Arial"/>
              <a:sym typeface="Arial"/>
            </a:endParaRPr>
          </a:p>
          <a:p>
            <a:pPr marL="457200" marR="0" lvl="0" indent="-361950" algn="l" rtl="0">
              <a:lnSpc>
                <a:spcPct val="100000"/>
              </a:lnSpc>
              <a:spcBef>
                <a:spcPts val="0"/>
              </a:spcBef>
              <a:spcAft>
                <a:spcPts val="0"/>
              </a:spcAft>
              <a:buClr>
                <a:srgbClr val="1F2328"/>
              </a:buClr>
              <a:buSzPts val="2100"/>
              <a:buFont typeface="Times New Roman"/>
              <a:buChar char="●"/>
            </a:pPr>
            <a:r>
              <a:rPr lang="en-US" sz="2100" b="0" i="0" u="none" strike="noStrike" cap="none" dirty="0">
                <a:solidFill>
                  <a:srgbClr val="1F2328"/>
                </a:solidFill>
                <a:latin typeface="Times New Roman"/>
                <a:ea typeface="Times New Roman"/>
                <a:cs typeface="Times New Roman"/>
                <a:sym typeface="Times New Roman"/>
              </a:rPr>
              <a:t>It enhances the overall quality of scanned documents, making them more legible and suitable for annotation.</a:t>
            </a:r>
            <a:endParaRPr sz="2100" b="0" i="0" u="none" strike="noStrike" cap="none" dirty="0">
              <a:solidFill>
                <a:srgbClr val="1F2328"/>
              </a:solidFill>
              <a:latin typeface="Times New Roman"/>
              <a:ea typeface="Times New Roman"/>
              <a:cs typeface="Times New Roman"/>
              <a:sym typeface="Times New Roman"/>
            </a:endParaRPr>
          </a:p>
          <a:p>
            <a:pPr marL="0" lvl="0" indent="0" algn="l" rtl="0">
              <a:spcBef>
                <a:spcPts val="0"/>
              </a:spcBef>
              <a:spcAft>
                <a:spcPts val="0"/>
              </a:spcAft>
              <a:buNone/>
            </a:pPr>
            <a:r>
              <a:rPr lang="en-US" sz="2100" dirty="0">
                <a:solidFill>
                  <a:srgbClr val="1F2328"/>
                </a:solidFill>
                <a:latin typeface="Times New Roman"/>
                <a:ea typeface="Times New Roman"/>
                <a:cs typeface="Times New Roman"/>
                <a:sym typeface="Times New Roman"/>
              </a:rPr>
              <a:t>CRAFT Module:</a:t>
            </a:r>
            <a:endParaRPr sz="2100" dirty="0">
              <a:solidFill>
                <a:schemeClr val="dk1"/>
              </a:solidFill>
            </a:endParaRPr>
          </a:p>
          <a:p>
            <a:pPr marL="457200" lvl="0" indent="-361950" algn="l" rtl="0">
              <a:spcBef>
                <a:spcPts val="0"/>
              </a:spcBef>
              <a:spcAft>
                <a:spcPts val="0"/>
              </a:spcAft>
              <a:buClr>
                <a:srgbClr val="1F2328"/>
              </a:buClr>
              <a:buSzPts val="2100"/>
              <a:buFont typeface="Times New Roman"/>
              <a:buChar char="●"/>
            </a:pPr>
            <a:r>
              <a:rPr lang="en-US" sz="2100" dirty="0">
                <a:solidFill>
                  <a:srgbClr val="1F2328"/>
                </a:solidFill>
                <a:latin typeface="Times New Roman"/>
                <a:ea typeface="Times New Roman"/>
                <a:cs typeface="Times New Roman"/>
                <a:sym typeface="Times New Roman"/>
              </a:rPr>
              <a:t>After binarizing the image using De-GAN, it is sent to CRAFT model.</a:t>
            </a:r>
            <a:endParaRPr sz="2100" dirty="0">
              <a:solidFill>
                <a:schemeClr val="dk1"/>
              </a:solidFill>
            </a:endParaRPr>
          </a:p>
          <a:p>
            <a:pPr marL="457200" lvl="0" indent="-361950" algn="l" rtl="0">
              <a:spcBef>
                <a:spcPts val="0"/>
              </a:spcBef>
              <a:spcAft>
                <a:spcPts val="0"/>
              </a:spcAft>
              <a:buClr>
                <a:srgbClr val="1F2328"/>
              </a:buClr>
              <a:buSzPts val="2100"/>
              <a:buFont typeface="Times New Roman"/>
              <a:buChar char="●"/>
            </a:pPr>
            <a:r>
              <a:rPr lang="en-US" sz="2100" dirty="0">
                <a:solidFill>
                  <a:srgbClr val="1F2328"/>
                </a:solidFill>
                <a:latin typeface="Times New Roman"/>
                <a:ea typeface="Times New Roman"/>
                <a:cs typeface="Times New Roman"/>
                <a:sym typeface="Times New Roman"/>
              </a:rPr>
              <a:t>CRAFT is a text detection model that uses a Convolutional Neural Network(CNN) model to accurately extract text regions from the document images. </a:t>
            </a:r>
            <a:endParaRPr sz="2100" dirty="0">
              <a:solidFill>
                <a:schemeClr val="dk1"/>
              </a:solidFill>
            </a:endParaRPr>
          </a:p>
          <a:p>
            <a:pPr marL="457200" lvl="0" indent="-361950" algn="l" rtl="0">
              <a:spcBef>
                <a:spcPts val="0"/>
              </a:spcBef>
              <a:spcAft>
                <a:spcPts val="0"/>
              </a:spcAft>
              <a:buClr>
                <a:srgbClr val="1F2328"/>
              </a:buClr>
              <a:buSzPts val="2100"/>
              <a:buFont typeface="Times New Roman"/>
              <a:buChar char="●"/>
            </a:pPr>
            <a:r>
              <a:rPr lang="en-US" sz="2100" dirty="0">
                <a:solidFill>
                  <a:srgbClr val="1F2328"/>
                </a:solidFill>
                <a:latin typeface="Times New Roman"/>
                <a:ea typeface="Times New Roman"/>
                <a:cs typeface="Times New Roman"/>
                <a:sym typeface="Times New Roman"/>
              </a:rPr>
              <a:t>It analyzes pixel-level information to determine character and word boundaries. </a:t>
            </a:r>
            <a:endParaRPr sz="2100" dirty="0">
              <a:solidFill>
                <a:srgbClr val="1F2328"/>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2000"/>
              <a:buFont typeface="Arial"/>
              <a:buNone/>
            </a:pPr>
            <a:endParaRPr sz="2000" b="0" i="0" u="none" strike="noStrike" cap="none" dirty="0">
              <a:solidFill>
                <a:srgbClr val="1F2328"/>
              </a:solidFill>
              <a:latin typeface="Times New Roman"/>
              <a:ea typeface="Times New Roman"/>
              <a:cs typeface="Times New Roman"/>
              <a:sym typeface="Times New Roman"/>
            </a:endParaRPr>
          </a:p>
        </p:txBody>
      </p:sp>
      <p:sp>
        <p:nvSpPr>
          <p:cNvPr id="83" name="Google Shape;83;p11"/>
          <p:cNvSpPr txBox="1"/>
          <p:nvPr/>
        </p:nvSpPr>
        <p:spPr>
          <a:xfrm>
            <a:off x="187949" y="1538599"/>
            <a:ext cx="6610800" cy="615600"/>
          </a:xfrm>
          <a:prstGeom prst="rect">
            <a:avLst/>
          </a:prstGeom>
          <a:noFill/>
          <a:ln>
            <a:noFill/>
          </a:ln>
        </p:spPr>
        <p:txBody>
          <a:bodyPr spcFirstLastPara="1" wrap="square" lIns="91400" tIns="91400" rIns="91400" bIns="91400" anchor="t" anchorCtr="0">
            <a:spAutoFit/>
          </a:bodyPr>
          <a:lstStyle/>
          <a:p>
            <a:pPr marL="0" marR="0" lvl="0" indent="0" algn="l" rtl="0">
              <a:lnSpc>
                <a:spcPct val="100000"/>
              </a:lnSpc>
              <a:spcBef>
                <a:spcPts val="0"/>
              </a:spcBef>
              <a:spcAft>
                <a:spcPts val="0"/>
              </a:spcAft>
              <a:buClr>
                <a:srgbClr val="000000"/>
              </a:buClr>
              <a:buSzPts val="2800"/>
              <a:buFont typeface="Times New Roman"/>
              <a:buNone/>
            </a:pPr>
            <a:r>
              <a:rPr lang="en-US" sz="2800" b="1" i="0" u="none" strike="noStrike" cap="none">
                <a:solidFill>
                  <a:srgbClr val="000000"/>
                </a:solidFill>
                <a:latin typeface="Times New Roman"/>
                <a:ea typeface="Times New Roman"/>
                <a:cs typeface="Times New Roman"/>
                <a:sym typeface="Times New Roman"/>
              </a:rPr>
              <a:t>Module</a:t>
            </a:r>
            <a:r>
              <a:rPr lang="en-US" sz="2800" b="1">
                <a:latin typeface="Times New Roman"/>
                <a:ea typeface="Times New Roman"/>
                <a:cs typeface="Times New Roman"/>
                <a:sym typeface="Times New Roman"/>
              </a:rPr>
              <a:t>s</a:t>
            </a:r>
            <a:r>
              <a:rPr lang="en-US" sz="2800" b="1" i="0" u="none" strike="noStrike" cap="none">
                <a:solidFill>
                  <a:srgbClr val="000000"/>
                </a:solidFill>
                <a:latin typeface="Times New Roman"/>
                <a:ea typeface="Times New Roman"/>
                <a:cs typeface="Times New Roman"/>
                <a:sym typeface="Times New Roman"/>
              </a:rPr>
              <a:t>:</a:t>
            </a:r>
            <a:endParaRPr sz="2800" b="0" i="0" u="none" strike="noStrike" cap="non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2"/>
          <p:cNvSpPr txBox="1">
            <a:spLocks noGrp="1"/>
          </p:cNvSpPr>
          <p:nvPr>
            <p:ph type="ctrTitle" idx="4294967295"/>
          </p:nvPr>
        </p:nvSpPr>
        <p:spPr>
          <a:xfrm>
            <a:off x="66675" y="1822399"/>
            <a:ext cx="11969700" cy="4749901"/>
          </a:xfrm>
          <a:prstGeom prst="rect">
            <a:avLst/>
          </a:prstGeom>
          <a:noFill/>
          <a:ln>
            <a:noFill/>
          </a:ln>
        </p:spPr>
        <p:txBody>
          <a:bodyPr spcFirstLastPara="1" wrap="square" lIns="45675" tIns="45675" rIns="45675" bIns="45675" anchor="t" anchorCtr="0">
            <a:normAutofit/>
          </a:bodyPr>
          <a:lstStyle/>
          <a:p>
            <a:pPr marL="0" marR="0" lvl="0" indent="0" algn="l" rtl="0">
              <a:lnSpc>
                <a:spcPct val="90000"/>
              </a:lnSpc>
              <a:spcBef>
                <a:spcPts val="0"/>
              </a:spcBef>
              <a:spcAft>
                <a:spcPts val="0"/>
              </a:spcAft>
              <a:buClr>
                <a:srgbClr val="000000"/>
              </a:buClr>
              <a:buSzPts val="4717"/>
              <a:buFont typeface="Calibri"/>
              <a:buNone/>
            </a:pPr>
            <a:br>
              <a:rPr lang="en-US" sz="4717" b="1" i="0" u="none" strike="noStrike" cap="none">
                <a:solidFill>
                  <a:srgbClr val="000000"/>
                </a:solidFill>
                <a:latin typeface="Calibri"/>
                <a:ea typeface="Calibri"/>
                <a:cs typeface="Calibri"/>
                <a:sym typeface="Calibri"/>
              </a:rPr>
            </a:br>
            <a:br>
              <a:rPr lang="en-US" sz="4717" b="1" i="0" u="none" strike="noStrike" cap="none">
                <a:solidFill>
                  <a:srgbClr val="000000"/>
                </a:solidFill>
                <a:latin typeface="Calibri"/>
                <a:ea typeface="Calibri"/>
                <a:cs typeface="Calibri"/>
                <a:sym typeface="Calibri"/>
              </a:rPr>
            </a:br>
            <a:br>
              <a:rPr lang="en-US" sz="4717" b="1" i="0" u="none" strike="noStrike" cap="none">
                <a:solidFill>
                  <a:srgbClr val="000000"/>
                </a:solidFill>
                <a:latin typeface="Calibri"/>
                <a:ea typeface="Calibri"/>
                <a:cs typeface="Calibri"/>
                <a:sym typeface="Calibri"/>
              </a:rPr>
            </a:br>
            <a:br>
              <a:rPr lang="en-US" sz="4717" b="1" i="0" u="none" strike="noStrike" cap="none">
                <a:solidFill>
                  <a:srgbClr val="000000"/>
                </a:solidFill>
                <a:latin typeface="Calibri"/>
                <a:ea typeface="Calibri"/>
                <a:cs typeface="Calibri"/>
                <a:sym typeface="Calibri"/>
              </a:rPr>
            </a:br>
            <a:br>
              <a:rPr lang="en-US" sz="4717" b="1" i="0" u="none" strike="noStrike" cap="none">
                <a:solidFill>
                  <a:srgbClr val="000000"/>
                </a:solidFill>
                <a:latin typeface="Calibri"/>
                <a:ea typeface="Calibri"/>
                <a:cs typeface="Calibri"/>
                <a:sym typeface="Calibri"/>
              </a:rPr>
            </a:br>
            <a:br>
              <a:rPr lang="en-US" sz="4717" b="1" i="0" u="none" strike="noStrike" cap="none">
                <a:solidFill>
                  <a:srgbClr val="000000"/>
                </a:solidFill>
                <a:latin typeface="Calibri"/>
                <a:ea typeface="Calibri"/>
                <a:cs typeface="Calibri"/>
                <a:sym typeface="Calibri"/>
              </a:rPr>
            </a:br>
            <a:endParaRPr sz="4400" b="0" i="0" u="none" strike="noStrike" cap="none">
              <a:solidFill>
                <a:srgbClr val="000000"/>
              </a:solidFill>
              <a:latin typeface="Calibri"/>
              <a:ea typeface="Calibri"/>
              <a:cs typeface="Calibri"/>
              <a:sym typeface="Calibri"/>
            </a:endParaRPr>
          </a:p>
        </p:txBody>
      </p:sp>
      <p:pic>
        <p:nvPicPr>
          <p:cNvPr id="89" name="Google Shape;89;p12" descr="Google Shape;205;g2826546880a_3_4"/>
          <p:cNvPicPr preferRelativeResize="0"/>
          <p:nvPr/>
        </p:nvPicPr>
        <p:blipFill rotWithShape="1">
          <a:blip r:embed="rId3">
            <a:alphaModFix/>
          </a:blip>
          <a:srcRect/>
          <a:stretch/>
        </p:blipFill>
        <p:spPr>
          <a:xfrm>
            <a:off x="112598" y="334626"/>
            <a:ext cx="1219201" cy="1144589"/>
          </a:xfrm>
          <a:prstGeom prst="rect">
            <a:avLst/>
          </a:prstGeom>
          <a:noFill/>
          <a:ln>
            <a:noFill/>
          </a:ln>
        </p:spPr>
      </p:pic>
      <p:sp>
        <p:nvSpPr>
          <p:cNvPr id="90" name="Google Shape;90;p12"/>
          <p:cNvSpPr txBox="1"/>
          <p:nvPr/>
        </p:nvSpPr>
        <p:spPr>
          <a:xfrm>
            <a:off x="1331799" y="542607"/>
            <a:ext cx="10659000" cy="1108200"/>
          </a:xfrm>
          <a:prstGeom prst="rect">
            <a:avLst/>
          </a:prstGeom>
          <a:noFill/>
          <a:ln>
            <a:noFill/>
          </a:ln>
        </p:spPr>
        <p:txBody>
          <a:bodyPr spcFirstLastPara="1" wrap="square" lIns="45675" tIns="45675" rIns="45675" bIns="45675" anchor="t" anchorCtr="0">
            <a:spAutoFit/>
          </a:bodyPr>
          <a:lstStyle/>
          <a:p>
            <a:pPr marL="0" marR="0" lvl="0" indent="0" algn="ctr" rtl="0">
              <a:lnSpc>
                <a:spcPct val="100000"/>
              </a:lnSpc>
              <a:spcBef>
                <a:spcPts val="0"/>
              </a:spcBef>
              <a:spcAft>
                <a:spcPts val="0"/>
              </a:spcAft>
              <a:buClr>
                <a:srgbClr val="000000"/>
              </a:buClr>
              <a:buSzPts val="2200"/>
              <a:buFont typeface="Arial Rounded"/>
              <a:buNone/>
            </a:pPr>
            <a:r>
              <a:rPr lang="en-US" sz="2200" b="1" i="0" u="none" strike="noStrike" cap="none" dirty="0">
                <a:solidFill>
                  <a:srgbClr val="000000"/>
                </a:solidFill>
                <a:latin typeface="Arial Rounded"/>
                <a:ea typeface="Arial Rounded"/>
                <a:cs typeface="Arial Rounded"/>
                <a:sym typeface="Arial Rounded"/>
              </a:rPr>
              <a:t>GOKARAJU RANGARAJU INSTITUTE OF ENGINEERING AND TECHNOLOGY</a:t>
            </a:r>
            <a:endParaRPr sz="1400" b="0"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Rounded"/>
              <a:buNone/>
            </a:pPr>
            <a:r>
              <a:rPr lang="en-US" sz="2200" b="1" i="0" u="none" strike="noStrike" cap="none" dirty="0">
                <a:solidFill>
                  <a:srgbClr val="000000"/>
                </a:solidFill>
                <a:latin typeface="Arial Rounded"/>
                <a:ea typeface="Arial Rounded"/>
                <a:cs typeface="Arial Rounded"/>
                <a:sym typeface="Arial Rounded"/>
              </a:rPr>
              <a:t>Department of Computer Science and Engineering</a:t>
            </a:r>
            <a:endParaRPr sz="1400" b="0"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Clr>
                <a:schemeClr val="dk1"/>
              </a:buClr>
              <a:buSzPts val="2200"/>
              <a:buFont typeface="Arial Rounded"/>
              <a:buNone/>
            </a:pPr>
            <a:r>
              <a:rPr lang="en-US" sz="2200" b="1" i="0" u="none" strike="noStrike" cap="none" dirty="0">
                <a:solidFill>
                  <a:schemeClr val="dk1"/>
                </a:solidFill>
                <a:latin typeface="Arial Rounded"/>
                <a:ea typeface="Arial Rounded"/>
                <a:cs typeface="Arial Rounded"/>
                <a:sym typeface="Arial Rounded"/>
              </a:rPr>
              <a:t>MAJOR Project Phase-II Review-</a:t>
            </a:r>
            <a:r>
              <a:rPr lang="en-US" sz="2200" b="1" dirty="0">
                <a:solidFill>
                  <a:schemeClr val="dk1"/>
                </a:solidFill>
                <a:latin typeface="Arial Rounded"/>
                <a:ea typeface="Arial Rounded"/>
                <a:cs typeface="Arial Rounded"/>
                <a:sym typeface="Arial Rounded"/>
              </a:rPr>
              <a:t>2</a:t>
            </a:r>
            <a:endParaRPr sz="1400" b="0" i="0" u="none" strike="noStrike" cap="none" dirty="0">
              <a:solidFill>
                <a:srgbClr val="000000"/>
              </a:solidFill>
              <a:latin typeface="Arial"/>
              <a:ea typeface="Arial"/>
              <a:cs typeface="Arial"/>
              <a:sym typeface="Arial"/>
            </a:endParaRPr>
          </a:p>
        </p:txBody>
      </p:sp>
      <p:sp>
        <p:nvSpPr>
          <p:cNvPr id="91" name="Google Shape;91;p12"/>
          <p:cNvSpPr txBox="1"/>
          <p:nvPr/>
        </p:nvSpPr>
        <p:spPr>
          <a:xfrm>
            <a:off x="306200" y="1517874"/>
            <a:ext cx="10980600" cy="5005500"/>
          </a:xfrm>
          <a:prstGeom prst="rect">
            <a:avLst/>
          </a:prstGeom>
          <a:noFill/>
          <a:ln>
            <a:noFill/>
          </a:ln>
        </p:spPr>
        <p:txBody>
          <a:bodyPr spcFirstLastPara="1" wrap="square" lIns="45675" tIns="45675" rIns="45675" bIns="45675" anchor="t" anchorCtr="0">
            <a:spAutoFit/>
          </a:bodyPr>
          <a:lstStyle/>
          <a:p>
            <a:pPr marL="0" marR="0" lvl="0" indent="0" algn="l" rtl="0">
              <a:lnSpc>
                <a:spcPct val="100000"/>
              </a:lnSpc>
              <a:spcBef>
                <a:spcPts val="0"/>
              </a:spcBef>
              <a:spcAft>
                <a:spcPts val="0"/>
              </a:spcAft>
              <a:buClr>
                <a:srgbClr val="1F2328"/>
              </a:buClr>
              <a:buSzPts val="2000"/>
              <a:buFont typeface="Times New Roman"/>
              <a:buNone/>
            </a:pPr>
            <a:r>
              <a:rPr lang="en-US" sz="2100" dirty="0">
                <a:solidFill>
                  <a:srgbClr val="1F2328"/>
                </a:solidFill>
                <a:latin typeface="Times New Roman"/>
                <a:ea typeface="Times New Roman"/>
                <a:cs typeface="Times New Roman"/>
                <a:sym typeface="Times New Roman"/>
              </a:rPr>
              <a:t>Recognition Module :</a:t>
            </a:r>
            <a:endParaRPr sz="2100" dirty="0">
              <a:solidFill>
                <a:srgbClr val="1F2328"/>
              </a:solidFill>
              <a:latin typeface="Times New Roman"/>
              <a:ea typeface="Times New Roman"/>
              <a:cs typeface="Times New Roman"/>
              <a:sym typeface="Times New Roman"/>
            </a:endParaRPr>
          </a:p>
          <a:p>
            <a:pPr marL="0" lvl="0" indent="0" algn="l" rtl="0">
              <a:lnSpc>
                <a:spcPct val="115000"/>
              </a:lnSpc>
              <a:spcBef>
                <a:spcPts val="0"/>
              </a:spcBef>
              <a:spcAft>
                <a:spcPts val="0"/>
              </a:spcAft>
              <a:buClr>
                <a:schemeClr val="dk1"/>
              </a:buClr>
              <a:buSzPts val="1100"/>
              <a:buFont typeface="Arial"/>
              <a:buNone/>
            </a:pPr>
            <a:r>
              <a:rPr lang="en-US" sz="2100" dirty="0">
                <a:solidFill>
                  <a:srgbClr val="0D0D0D"/>
                </a:solidFill>
                <a:highlight>
                  <a:srgbClr val="FFFFFF"/>
                </a:highlight>
                <a:latin typeface="Times New Roman"/>
                <a:ea typeface="Times New Roman"/>
                <a:cs typeface="Times New Roman"/>
                <a:sym typeface="Times New Roman"/>
              </a:rPr>
              <a:t>The model is a Convolutional Recurrent Neural Network (CRNN) designed for text recognition from images. Here's a simplified overview:</a:t>
            </a:r>
            <a:endParaRPr sz="2100" dirty="0">
              <a:solidFill>
                <a:srgbClr val="0D0D0D"/>
              </a:solidFill>
              <a:highlight>
                <a:srgbClr val="FFFFFF"/>
              </a:highlight>
              <a:latin typeface="Times New Roman"/>
              <a:ea typeface="Times New Roman"/>
              <a:cs typeface="Times New Roman"/>
              <a:sym typeface="Times New Roman"/>
            </a:endParaRPr>
          </a:p>
          <a:p>
            <a:pPr marL="457200" lvl="0" indent="-361950" algn="l" rtl="0">
              <a:lnSpc>
                <a:spcPct val="115000"/>
              </a:lnSpc>
              <a:spcBef>
                <a:spcPts val="0"/>
              </a:spcBef>
              <a:spcAft>
                <a:spcPts val="0"/>
              </a:spcAft>
              <a:buClr>
                <a:srgbClr val="0D0D0D"/>
              </a:buClr>
              <a:buSzPts val="2100"/>
              <a:buFont typeface="Times New Roman"/>
              <a:buChar char="●"/>
            </a:pPr>
            <a:r>
              <a:rPr lang="en-US" sz="2100" dirty="0">
                <a:solidFill>
                  <a:srgbClr val="0D0D0D"/>
                </a:solidFill>
                <a:highlight>
                  <a:srgbClr val="FFFFFF"/>
                </a:highlight>
                <a:latin typeface="Times New Roman"/>
                <a:ea typeface="Times New Roman"/>
                <a:cs typeface="Times New Roman"/>
                <a:sym typeface="Times New Roman"/>
              </a:rPr>
              <a:t>CNN Backbone: Utilizes a pre-trained </a:t>
            </a:r>
            <a:r>
              <a:rPr lang="en-US" sz="2100" dirty="0" err="1">
                <a:solidFill>
                  <a:srgbClr val="0D0D0D"/>
                </a:solidFill>
                <a:highlight>
                  <a:srgbClr val="FFFFFF"/>
                </a:highlight>
                <a:latin typeface="Times New Roman"/>
                <a:ea typeface="Times New Roman"/>
                <a:cs typeface="Times New Roman"/>
                <a:sym typeface="Times New Roman"/>
              </a:rPr>
              <a:t>ResNet</a:t>
            </a:r>
            <a:r>
              <a:rPr lang="en-US" sz="2100" dirty="0">
                <a:solidFill>
                  <a:srgbClr val="0D0D0D"/>
                </a:solidFill>
                <a:highlight>
                  <a:srgbClr val="FFFFFF"/>
                </a:highlight>
                <a:latin typeface="Times New Roman"/>
                <a:ea typeface="Times New Roman"/>
                <a:cs typeface="Times New Roman"/>
                <a:sym typeface="Times New Roman"/>
              </a:rPr>
              <a:t> model for feature extraction from input images.</a:t>
            </a:r>
            <a:endParaRPr sz="2100" dirty="0">
              <a:solidFill>
                <a:srgbClr val="0D0D0D"/>
              </a:solidFill>
              <a:highlight>
                <a:srgbClr val="FFFFFF"/>
              </a:highlight>
              <a:latin typeface="Times New Roman"/>
              <a:ea typeface="Times New Roman"/>
              <a:cs typeface="Times New Roman"/>
              <a:sym typeface="Times New Roman"/>
            </a:endParaRPr>
          </a:p>
          <a:p>
            <a:pPr marL="457200" lvl="0" indent="-361950" algn="l" rtl="0">
              <a:lnSpc>
                <a:spcPct val="115000"/>
              </a:lnSpc>
              <a:spcBef>
                <a:spcPts val="0"/>
              </a:spcBef>
              <a:spcAft>
                <a:spcPts val="0"/>
              </a:spcAft>
              <a:buClr>
                <a:srgbClr val="0D0D0D"/>
              </a:buClr>
              <a:buSzPts val="2100"/>
              <a:buFont typeface="Times New Roman"/>
              <a:buChar char="●"/>
            </a:pPr>
            <a:r>
              <a:rPr lang="en-US" sz="2100" dirty="0">
                <a:solidFill>
                  <a:srgbClr val="0D0D0D"/>
                </a:solidFill>
                <a:highlight>
                  <a:srgbClr val="FFFFFF"/>
                </a:highlight>
                <a:latin typeface="Times New Roman"/>
                <a:ea typeface="Times New Roman"/>
                <a:cs typeface="Times New Roman"/>
                <a:sym typeface="Times New Roman"/>
              </a:rPr>
              <a:t>CNN Part 2: Additional convolutional layers for further feature refinement.</a:t>
            </a:r>
            <a:endParaRPr sz="2100" dirty="0">
              <a:solidFill>
                <a:srgbClr val="0D0D0D"/>
              </a:solidFill>
              <a:highlight>
                <a:srgbClr val="FFFFFF"/>
              </a:highlight>
              <a:latin typeface="Times New Roman"/>
              <a:ea typeface="Times New Roman"/>
              <a:cs typeface="Times New Roman"/>
              <a:sym typeface="Times New Roman"/>
            </a:endParaRPr>
          </a:p>
          <a:p>
            <a:pPr marL="457200" lvl="0" indent="-361950" algn="l" rtl="0">
              <a:lnSpc>
                <a:spcPct val="115000"/>
              </a:lnSpc>
              <a:spcBef>
                <a:spcPts val="0"/>
              </a:spcBef>
              <a:spcAft>
                <a:spcPts val="0"/>
              </a:spcAft>
              <a:buClr>
                <a:srgbClr val="0D0D0D"/>
              </a:buClr>
              <a:buSzPts val="2100"/>
              <a:buFont typeface="Times New Roman"/>
              <a:buChar char="●"/>
            </a:pPr>
            <a:r>
              <a:rPr lang="en-US" sz="2100" dirty="0">
                <a:solidFill>
                  <a:srgbClr val="0D0D0D"/>
                </a:solidFill>
                <a:highlight>
                  <a:srgbClr val="FFFFFF"/>
                </a:highlight>
                <a:latin typeface="Times New Roman"/>
                <a:ea typeface="Times New Roman"/>
                <a:cs typeface="Times New Roman"/>
                <a:sym typeface="Times New Roman"/>
              </a:rPr>
              <a:t>Linear Layers: Dimensionality reduction and transformation of features.</a:t>
            </a:r>
            <a:endParaRPr sz="2100" dirty="0">
              <a:solidFill>
                <a:srgbClr val="0D0D0D"/>
              </a:solidFill>
              <a:highlight>
                <a:srgbClr val="FFFFFF"/>
              </a:highlight>
              <a:latin typeface="Times New Roman"/>
              <a:ea typeface="Times New Roman"/>
              <a:cs typeface="Times New Roman"/>
              <a:sym typeface="Times New Roman"/>
            </a:endParaRPr>
          </a:p>
          <a:p>
            <a:pPr marL="457200" lvl="0" indent="-361950" algn="l" rtl="0">
              <a:lnSpc>
                <a:spcPct val="115000"/>
              </a:lnSpc>
              <a:spcBef>
                <a:spcPts val="0"/>
              </a:spcBef>
              <a:spcAft>
                <a:spcPts val="0"/>
              </a:spcAft>
              <a:buClr>
                <a:srgbClr val="0D0D0D"/>
              </a:buClr>
              <a:buSzPts val="2100"/>
              <a:buFont typeface="Times New Roman"/>
              <a:buChar char="●"/>
            </a:pPr>
            <a:r>
              <a:rPr lang="en-US" sz="2100" dirty="0">
                <a:solidFill>
                  <a:srgbClr val="0D0D0D"/>
                </a:solidFill>
                <a:highlight>
                  <a:srgbClr val="FFFFFF"/>
                </a:highlight>
                <a:latin typeface="Times New Roman"/>
                <a:ea typeface="Times New Roman"/>
                <a:cs typeface="Times New Roman"/>
                <a:sym typeface="Times New Roman"/>
              </a:rPr>
              <a:t>Recurrent Layers: Bidirectional GRU layers for sequential processing.</a:t>
            </a:r>
            <a:endParaRPr sz="2100" dirty="0">
              <a:solidFill>
                <a:srgbClr val="0D0D0D"/>
              </a:solidFill>
              <a:highlight>
                <a:srgbClr val="FFFFFF"/>
              </a:highlight>
              <a:latin typeface="Times New Roman"/>
              <a:ea typeface="Times New Roman"/>
              <a:cs typeface="Times New Roman"/>
              <a:sym typeface="Times New Roman"/>
            </a:endParaRPr>
          </a:p>
          <a:p>
            <a:pPr marL="457200" lvl="0" indent="-361950" algn="l" rtl="0">
              <a:lnSpc>
                <a:spcPct val="115000"/>
              </a:lnSpc>
              <a:spcBef>
                <a:spcPts val="0"/>
              </a:spcBef>
              <a:spcAft>
                <a:spcPts val="0"/>
              </a:spcAft>
              <a:buClr>
                <a:srgbClr val="0D0D0D"/>
              </a:buClr>
              <a:buSzPts val="2100"/>
              <a:buFont typeface="Times New Roman"/>
              <a:buChar char="●"/>
            </a:pPr>
            <a:r>
              <a:rPr lang="en-US" sz="2100" dirty="0">
                <a:solidFill>
                  <a:srgbClr val="0D0D0D"/>
                </a:solidFill>
                <a:highlight>
                  <a:srgbClr val="FFFFFF"/>
                </a:highlight>
                <a:latin typeface="Times New Roman"/>
                <a:ea typeface="Times New Roman"/>
                <a:cs typeface="Times New Roman"/>
                <a:sym typeface="Times New Roman"/>
              </a:rPr>
              <a:t>Output Layer: Linear layer for generating character predictions.</a:t>
            </a:r>
            <a:endParaRPr sz="2100" dirty="0">
              <a:solidFill>
                <a:srgbClr val="0D0D0D"/>
              </a:solidFill>
              <a:highlight>
                <a:srgbClr val="FFFFFF"/>
              </a:highlight>
              <a:latin typeface="Times New Roman"/>
              <a:ea typeface="Times New Roman"/>
              <a:cs typeface="Times New Roman"/>
              <a:sym typeface="Times New Roman"/>
            </a:endParaRPr>
          </a:p>
          <a:p>
            <a:pPr marL="0" lvl="0" indent="0" algn="l" rtl="0">
              <a:lnSpc>
                <a:spcPct val="115000"/>
              </a:lnSpc>
              <a:spcBef>
                <a:spcPts val="0"/>
              </a:spcBef>
              <a:spcAft>
                <a:spcPts val="0"/>
              </a:spcAft>
              <a:buClr>
                <a:schemeClr val="dk1"/>
              </a:buClr>
              <a:buSzPts val="1100"/>
              <a:buFont typeface="Arial"/>
              <a:buNone/>
            </a:pPr>
            <a:endParaRPr sz="2100" dirty="0">
              <a:solidFill>
                <a:srgbClr val="0D0D0D"/>
              </a:solidFill>
              <a:highlight>
                <a:srgbClr val="FFFFFF"/>
              </a:highlight>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1F2328"/>
              </a:buClr>
              <a:buSzPts val="2000"/>
              <a:buFont typeface="Times New Roman"/>
              <a:buNone/>
            </a:pPr>
            <a:r>
              <a:rPr lang="en-US" sz="2100" b="0" i="0" u="none" strike="noStrike" cap="none" dirty="0">
                <a:solidFill>
                  <a:srgbClr val="1F2328"/>
                </a:solidFill>
                <a:latin typeface="Times New Roman"/>
                <a:ea typeface="Times New Roman"/>
                <a:cs typeface="Times New Roman"/>
                <a:sym typeface="Times New Roman"/>
              </a:rPr>
              <a:t>Annotation Module:</a:t>
            </a:r>
            <a:endParaRPr sz="2100" b="0" i="0" u="none" strike="noStrike" cap="none" dirty="0">
              <a:solidFill>
                <a:srgbClr val="000000"/>
              </a:solidFill>
              <a:latin typeface="Arial"/>
              <a:ea typeface="Arial"/>
              <a:cs typeface="Arial"/>
              <a:sym typeface="Arial"/>
            </a:endParaRPr>
          </a:p>
          <a:p>
            <a:pPr marL="457200" marR="0" lvl="0" indent="-361950" algn="l" rtl="0">
              <a:lnSpc>
                <a:spcPct val="100000"/>
              </a:lnSpc>
              <a:spcBef>
                <a:spcPts val="0"/>
              </a:spcBef>
              <a:spcAft>
                <a:spcPts val="0"/>
              </a:spcAft>
              <a:buClr>
                <a:srgbClr val="1F2328"/>
              </a:buClr>
              <a:buSzPts val="2100"/>
              <a:buFont typeface="Times New Roman"/>
              <a:buChar char="●"/>
            </a:pPr>
            <a:r>
              <a:rPr lang="en-US" sz="2100" dirty="0">
                <a:solidFill>
                  <a:srgbClr val="1F2328"/>
                </a:solidFill>
                <a:latin typeface="Times New Roman"/>
                <a:ea typeface="Times New Roman"/>
                <a:cs typeface="Times New Roman"/>
                <a:sym typeface="Times New Roman"/>
              </a:rPr>
              <a:t>We have implemented annotation by leveraging the recognized text from the recognition process and integrating it with the dimensions acquired from the craft module. This combination allows us to precisely annotate the relevant regions within the image, enhancing its interpretability and facilitating further analysis.</a:t>
            </a:r>
            <a:endParaRPr sz="2100" b="0" i="0" u="none" strike="noStrike" cap="none" dirty="0">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g29ce8367354_2_10"/>
          <p:cNvSpPr txBox="1">
            <a:spLocks noGrp="1"/>
          </p:cNvSpPr>
          <p:nvPr>
            <p:ph type="ctrTitle" idx="4294967295"/>
          </p:nvPr>
        </p:nvSpPr>
        <p:spPr>
          <a:xfrm>
            <a:off x="66675" y="1210944"/>
            <a:ext cx="11969700" cy="5361300"/>
          </a:xfrm>
          <a:prstGeom prst="rect">
            <a:avLst/>
          </a:prstGeom>
          <a:noFill/>
          <a:ln>
            <a:noFill/>
          </a:ln>
        </p:spPr>
        <p:txBody>
          <a:bodyPr spcFirstLastPara="1" wrap="square" lIns="45675" tIns="45675" rIns="45675" bIns="45675" anchor="t" anchorCtr="0">
            <a:normAutofit/>
          </a:bodyPr>
          <a:lstStyle/>
          <a:p>
            <a:pPr marL="0" marR="0" lvl="0" indent="0" algn="l" rtl="0">
              <a:lnSpc>
                <a:spcPct val="90000"/>
              </a:lnSpc>
              <a:spcBef>
                <a:spcPts val="0"/>
              </a:spcBef>
              <a:spcAft>
                <a:spcPts val="0"/>
              </a:spcAft>
              <a:buClr>
                <a:srgbClr val="000000"/>
              </a:buClr>
              <a:buSzPts val="2700"/>
              <a:buFont typeface="Arial"/>
              <a:buNone/>
            </a:pPr>
            <a:br>
              <a:rPr lang="en-US" sz="2700" b="0" i="0" u="none" strike="noStrike" cap="none">
                <a:solidFill>
                  <a:srgbClr val="000000"/>
                </a:solidFill>
                <a:latin typeface="Arial"/>
                <a:ea typeface="Arial"/>
                <a:cs typeface="Arial"/>
                <a:sym typeface="Arial"/>
              </a:rPr>
            </a:br>
            <a:endParaRPr sz="2100" b="1" i="0" u="none" strike="noStrike" cap="none">
              <a:solidFill>
                <a:srgbClr val="000000"/>
              </a:solidFill>
              <a:latin typeface="Times New Roman"/>
              <a:ea typeface="Times New Roman"/>
              <a:cs typeface="Times New Roman"/>
              <a:sym typeface="Times New Roman"/>
            </a:endParaRPr>
          </a:p>
        </p:txBody>
      </p:sp>
      <p:pic>
        <p:nvPicPr>
          <p:cNvPr id="97" name="Google Shape;97;g29ce8367354_2_10" descr="Google Shape;238;g2476a7b157a_2_19"/>
          <p:cNvPicPr preferRelativeResize="0"/>
          <p:nvPr/>
        </p:nvPicPr>
        <p:blipFill rotWithShape="1">
          <a:blip r:embed="rId3">
            <a:alphaModFix/>
          </a:blip>
          <a:srcRect/>
          <a:stretch/>
        </p:blipFill>
        <p:spPr>
          <a:xfrm>
            <a:off x="98323" y="285756"/>
            <a:ext cx="1219201" cy="1144589"/>
          </a:xfrm>
          <a:prstGeom prst="rect">
            <a:avLst/>
          </a:prstGeom>
          <a:noFill/>
          <a:ln>
            <a:noFill/>
          </a:ln>
        </p:spPr>
      </p:pic>
      <p:sp>
        <p:nvSpPr>
          <p:cNvPr id="98" name="Google Shape;98;g29ce8367354_2_10"/>
          <p:cNvSpPr txBox="1"/>
          <p:nvPr/>
        </p:nvSpPr>
        <p:spPr>
          <a:xfrm>
            <a:off x="1347449" y="394984"/>
            <a:ext cx="10659000" cy="1108200"/>
          </a:xfrm>
          <a:prstGeom prst="rect">
            <a:avLst/>
          </a:prstGeom>
          <a:noFill/>
          <a:ln>
            <a:noFill/>
          </a:ln>
        </p:spPr>
        <p:txBody>
          <a:bodyPr spcFirstLastPara="1" wrap="square" lIns="45675" tIns="45675" rIns="45675" bIns="45675" anchor="t" anchorCtr="0">
            <a:spAutoFit/>
          </a:bodyPr>
          <a:lstStyle/>
          <a:p>
            <a:pPr marL="0" marR="0" lvl="0" indent="0" algn="ctr" rtl="0">
              <a:lnSpc>
                <a:spcPct val="100000"/>
              </a:lnSpc>
              <a:spcBef>
                <a:spcPts val="0"/>
              </a:spcBef>
              <a:spcAft>
                <a:spcPts val="0"/>
              </a:spcAft>
              <a:buClr>
                <a:srgbClr val="000000"/>
              </a:buClr>
              <a:buSzPts val="2200"/>
              <a:buFont typeface="Arial Rounded"/>
              <a:buNone/>
            </a:pPr>
            <a:r>
              <a:rPr lang="en-US" sz="2200" b="1" i="0" u="none" strike="noStrike" cap="none" dirty="0">
                <a:solidFill>
                  <a:srgbClr val="000000"/>
                </a:solidFill>
                <a:latin typeface="Arial Rounded"/>
                <a:ea typeface="Arial Rounded"/>
                <a:cs typeface="Arial Rounded"/>
                <a:sym typeface="Arial Rounded"/>
              </a:rPr>
              <a:t>GOKARAJU RANGARAJU INSTITUTE OF ENGINEERING AND TECHNOLOGY</a:t>
            </a:r>
            <a:endParaRPr sz="1400" b="0"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Rounded"/>
              <a:buNone/>
            </a:pPr>
            <a:r>
              <a:rPr lang="en-US" sz="2200" b="1" i="0" u="none" strike="noStrike" cap="none" dirty="0">
                <a:solidFill>
                  <a:srgbClr val="000000"/>
                </a:solidFill>
                <a:latin typeface="Arial Rounded"/>
                <a:ea typeface="Arial Rounded"/>
                <a:cs typeface="Arial Rounded"/>
                <a:sym typeface="Arial Rounded"/>
              </a:rPr>
              <a:t>Department of Computer Science and Engineering</a:t>
            </a:r>
            <a:endParaRPr sz="1400" b="0"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Clr>
                <a:schemeClr val="dk1"/>
              </a:buClr>
              <a:buSzPts val="2200"/>
              <a:buFont typeface="Arial Rounded"/>
              <a:buNone/>
            </a:pPr>
            <a:r>
              <a:rPr lang="en-US" sz="2200" b="1" i="0" u="none" strike="noStrike" cap="none" dirty="0">
                <a:solidFill>
                  <a:schemeClr val="dk1"/>
                </a:solidFill>
                <a:latin typeface="Arial Rounded"/>
                <a:ea typeface="Arial Rounded"/>
                <a:cs typeface="Arial Rounded"/>
                <a:sym typeface="Arial Rounded"/>
              </a:rPr>
              <a:t>MAJOR Project Phase-II Review-</a:t>
            </a:r>
            <a:r>
              <a:rPr lang="en-US" sz="2200" b="1" dirty="0">
                <a:solidFill>
                  <a:schemeClr val="dk1"/>
                </a:solidFill>
                <a:latin typeface="Arial Rounded"/>
                <a:ea typeface="Arial Rounded"/>
                <a:cs typeface="Arial Rounded"/>
                <a:sym typeface="Arial Rounded"/>
              </a:rPr>
              <a:t>2</a:t>
            </a:r>
            <a:endParaRPr sz="1400" b="0" i="0" u="none" strike="noStrike" cap="none" dirty="0">
              <a:solidFill>
                <a:srgbClr val="000000"/>
              </a:solidFill>
              <a:latin typeface="Arial"/>
              <a:ea typeface="Arial"/>
              <a:cs typeface="Arial"/>
              <a:sym typeface="Arial"/>
            </a:endParaRPr>
          </a:p>
        </p:txBody>
      </p:sp>
      <p:sp>
        <p:nvSpPr>
          <p:cNvPr id="99" name="Google Shape;99;g29ce8367354_2_10"/>
          <p:cNvSpPr txBox="1"/>
          <p:nvPr/>
        </p:nvSpPr>
        <p:spPr>
          <a:xfrm>
            <a:off x="229174" y="1275574"/>
            <a:ext cx="11399400" cy="523200"/>
          </a:xfrm>
          <a:prstGeom prst="rect">
            <a:avLst/>
          </a:prstGeom>
          <a:noFill/>
          <a:ln>
            <a:noFill/>
          </a:ln>
        </p:spPr>
        <p:txBody>
          <a:bodyPr spcFirstLastPara="1" wrap="square" lIns="45675" tIns="45675" rIns="45675" bIns="45675" anchor="t" anchorCtr="0">
            <a:spAutoFit/>
          </a:bodyPr>
          <a:lstStyle/>
          <a:p>
            <a:pPr marL="0" marR="0" lvl="0" indent="0" algn="l" rtl="0">
              <a:lnSpc>
                <a:spcPct val="115000"/>
              </a:lnSpc>
              <a:spcBef>
                <a:spcPts val="0"/>
              </a:spcBef>
              <a:spcAft>
                <a:spcPts val="0"/>
              </a:spcAft>
              <a:buClr>
                <a:schemeClr val="dk1"/>
              </a:buClr>
              <a:buSzPts val="1100"/>
              <a:buFont typeface="Arial"/>
              <a:buNone/>
            </a:pPr>
            <a:r>
              <a:rPr lang="en-US" sz="2800" b="1">
                <a:solidFill>
                  <a:schemeClr val="dk1"/>
                </a:solidFill>
                <a:latin typeface="Times New Roman"/>
                <a:ea typeface="Times New Roman"/>
                <a:cs typeface="Times New Roman"/>
                <a:sym typeface="Times New Roman"/>
              </a:rPr>
              <a:t>Experimentation</a:t>
            </a:r>
            <a:r>
              <a:rPr lang="en-US" sz="2800" b="1" i="0" u="none" strike="noStrike" cap="none">
                <a:solidFill>
                  <a:schemeClr val="dk1"/>
                </a:solidFill>
                <a:latin typeface="Times New Roman"/>
                <a:ea typeface="Times New Roman"/>
                <a:cs typeface="Times New Roman"/>
                <a:sym typeface="Times New Roman"/>
              </a:rPr>
              <a:t>:</a:t>
            </a:r>
            <a:endParaRPr sz="2800" b="1" i="0" u="none" strike="noStrike" cap="none">
              <a:solidFill>
                <a:srgbClr val="000000"/>
              </a:solidFill>
              <a:latin typeface="Times New Roman"/>
              <a:ea typeface="Times New Roman"/>
              <a:cs typeface="Times New Roman"/>
              <a:sym typeface="Times New Roman"/>
            </a:endParaRPr>
          </a:p>
        </p:txBody>
      </p:sp>
      <p:sp>
        <p:nvSpPr>
          <p:cNvPr id="100" name="Google Shape;100;g29ce8367354_2_10"/>
          <p:cNvSpPr txBox="1">
            <a:spLocks noGrp="1"/>
          </p:cNvSpPr>
          <p:nvPr>
            <p:ph type="sldNum" idx="12"/>
          </p:nvPr>
        </p:nvSpPr>
        <p:spPr>
          <a:xfrm>
            <a:off x="11095216" y="6414769"/>
            <a:ext cx="258600" cy="276900"/>
          </a:xfrm>
          <a:prstGeom prst="rect">
            <a:avLst/>
          </a:prstGeom>
          <a:noFill/>
          <a:ln>
            <a:noFill/>
          </a:ln>
        </p:spPr>
        <p:txBody>
          <a:bodyPr spcFirstLastPara="1" wrap="square" lIns="45675" tIns="45675" rIns="45675" bIns="45675" anchor="ctr" anchorCtr="0">
            <a:spAutoFit/>
          </a:bodyPr>
          <a:lstStyle/>
          <a:p>
            <a:pPr marL="0" lvl="0" indent="0" algn="r" rtl="0">
              <a:lnSpc>
                <a:spcPct val="100000"/>
              </a:lnSpc>
              <a:spcBef>
                <a:spcPts val="0"/>
              </a:spcBef>
              <a:spcAft>
                <a:spcPts val="0"/>
              </a:spcAft>
              <a:buClr>
                <a:srgbClr val="888888"/>
              </a:buClr>
              <a:buSzPts val="1200"/>
              <a:buFont typeface="Calibri"/>
              <a:buNone/>
            </a:pPr>
            <a:fld id="{00000000-1234-1234-1234-123412341234}" type="slidenum">
              <a:rPr lang="en-US" sz="1200">
                <a:solidFill>
                  <a:srgbClr val="888888"/>
                </a:solidFill>
                <a:latin typeface="Calibri"/>
                <a:ea typeface="Calibri"/>
                <a:cs typeface="Calibri"/>
                <a:sym typeface="Calibri"/>
              </a:rPr>
              <a:t>5</a:t>
            </a:fld>
            <a:endParaRPr/>
          </a:p>
        </p:txBody>
      </p:sp>
      <p:pic>
        <p:nvPicPr>
          <p:cNvPr id="101" name="Google Shape;101;g29ce8367354_2_10"/>
          <p:cNvPicPr preferRelativeResize="0"/>
          <p:nvPr/>
        </p:nvPicPr>
        <p:blipFill rotWithShape="1">
          <a:blip r:embed="rId4">
            <a:alphaModFix/>
          </a:blip>
          <a:srcRect/>
          <a:stretch/>
        </p:blipFill>
        <p:spPr>
          <a:xfrm>
            <a:off x="435100" y="1863925"/>
            <a:ext cx="5335148" cy="4513774"/>
          </a:xfrm>
          <a:prstGeom prst="rect">
            <a:avLst/>
          </a:prstGeom>
          <a:noFill/>
          <a:ln>
            <a:noFill/>
          </a:ln>
        </p:spPr>
      </p:pic>
      <p:pic>
        <p:nvPicPr>
          <p:cNvPr id="102" name="Google Shape;102;g29ce8367354_2_10"/>
          <p:cNvPicPr preferRelativeResize="0"/>
          <p:nvPr/>
        </p:nvPicPr>
        <p:blipFill rotWithShape="1">
          <a:blip r:embed="rId5">
            <a:alphaModFix/>
          </a:blip>
          <a:srcRect/>
          <a:stretch/>
        </p:blipFill>
        <p:spPr>
          <a:xfrm>
            <a:off x="5936000" y="1863925"/>
            <a:ext cx="5780625" cy="4550849"/>
          </a:xfrm>
          <a:prstGeom prst="rect">
            <a:avLst/>
          </a:prstGeom>
          <a:noFill/>
          <a:ln>
            <a:noFill/>
          </a:ln>
        </p:spPr>
      </p:pic>
      <p:sp>
        <p:nvSpPr>
          <p:cNvPr id="103" name="Google Shape;103;g29ce8367354_2_10"/>
          <p:cNvSpPr txBox="1"/>
          <p:nvPr/>
        </p:nvSpPr>
        <p:spPr>
          <a:xfrm>
            <a:off x="870200" y="6377700"/>
            <a:ext cx="10545900" cy="4389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200"/>
              <a:buFont typeface="Arial"/>
              <a:buNone/>
            </a:pPr>
            <a:r>
              <a:rPr lang="en-US" sz="2200" b="1" i="0" u="none" strike="noStrike" cap="none">
                <a:solidFill>
                  <a:srgbClr val="000000"/>
                </a:solidFill>
                <a:latin typeface="Times New Roman"/>
                <a:ea typeface="Times New Roman"/>
                <a:cs typeface="Times New Roman"/>
                <a:sym typeface="Times New Roman"/>
              </a:rPr>
              <a:t>Fig </a:t>
            </a:r>
            <a:r>
              <a:rPr lang="en-US" sz="2200" b="1">
                <a:latin typeface="Times New Roman"/>
                <a:ea typeface="Times New Roman"/>
                <a:cs typeface="Times New Roman"/>
                <a:sym typeface="Times New Roman"/>
              </a:rPr>
              <a:t>2</a:t>
            </a:r>
            <a:r>
              <a:rPr lang="en-US" sz="2200" b="1" i="0" u="none" strike="noStrike" cap="none">
                <a:solidFill>
                  <a:srgbClr val="000000"/>
                </a:solidFill>
                <a:latin typeface="Times New Roman"/>
                <a:ea typeface="Times New Roman"/>
                <a:cs typeface="Times New Roman"/>
                <a:sym typeface="Times New Roman"/>
              </a:rPr>
              <a:t>: De-GAN Module                                                           Fig </a:t>
            </a:r>
            <a:r>
              <a:rPr lang="en-US" sz="2200" b="1">
                <a:latin typeface="Times New Roman"/>
                <a:ea typeface="Times New Roman"/>
                <a:cs typeface="Times New Roman"/>
                <a:sym typeface="Times New Roman"/>
              </a:rPr>
              <a:t>3</a:t>
            </a:r>
            <a:r>
              <a:rPr lang="en-US" sz="2200" b="1" i="0" u="none" strike="noStrike" cap="none">
                <a:solidFill>
                  <a:srgbClr val="000000"/>
                </a:solidFill>
                <a:latin typeface="Times New Roman"/>
                <a:ea typeface="Times New Roman"/>
                <a:cs typeface="Times New Roman"/>
                <a:sym typeface="Times New Roman"/>
              </a:rPr>
              <a:t>: De-GAN </a:t>
            </a:r>
            <a:endParaRPr sz="2200" b="1" i="0" u="none" strike="noStrike" cap="none">
              <a:solidFill>
                <a:srgbClr val="000000"/>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g2b3ccc60d3d_1_24"/>
          <p:cNvSpPr txBox="1">
            <a:spLocks noGrp="1"/>
          </p:cNvSpPr>
          <p:nvPr>
            <p:ph type="ctrTitle" idx="4294967295"/>
          </p:nvPr>
        </p:nvSpPr>
        <p:spPr>
          <a:xfrm>
            <a:off x="66875" y="1330369"/>
            <a:ext cx="11969700" cy="5361300"/>
          </a:xfrm>
          <a:prstGeom prst="rect">
            <a:avLst/>
          </a:prstGeom>
          <a:noFill/>
          <a:ln>
            <a:noFill/>
          </a:ln>
        </p:spPr>
        <p:txBody>
          <a:bodyPr spcFirstLastPara="1" wrap="square" lIns="45675" tIns="45675" rIns="45675" bIns="45675" anchor="t" anchorCtr="0">
            <a:normAutofit/>
          </a:bodyPr>
          <a:lstStyle/>
          <a:p>
            <a:pPr marL="0" marR="0" lvl="0" indent="0" algn="l" rtl="0">
              <a:lnSpc>
                <a:spcPct val="90000"/>
              </a:lnSpc>
              <a:spcBef>
                <a:spcPts val="0"/>
              </a:spcBef>
              <a:spcAft>
                <a:spcPts val="0"/>
              </a:spcAft>
              <a:buClr>
                <a:srgbClr val="000000"/>
              </a:buClr>
              <a:buSzPts val="2700"/>
              <a:buFont typeface="Arial"/>
              <a:buNone/>
            </a:pPr>
            <a:br>
              <a:rPr lang="en-US" sz="2700" b="0" i="0" u="none" strike="noStrike" cap="none">
                <a:solidFill>
                  <a:srgbClr val="000000"/>
                </a:solidFill>
                <a:latin typeface="Arial"/>
                <a:ea typeface="Arial"/>
                <a:cs typeface="Arial"/>
                <a:sym typeface="Arial"/>
              </a:rPr>
            </a:br>
            <a:r>
              <a:rPr lang="en-US" sz="2700" b="0" i="0" u="none" strike="noStrike" cap="none">
                <a:solidFill>
                  <a:srgbClr val="000000"/>
                </a:solidFill>
                <a:latin typeface="Arial"/>
                <a:ea typeface="Arial"/>
                <a:cs typeface="Arial"/>
                <a:sym typeface="Arial"/>
              </a:rPr>
              <a:t> </a:t>
            </a:r>
            <a:endParaRPr sz="2700" b="0" i="0" u="none" strike="noStrike" cap="none">
              <a:solidFill>
                <a:srgbClr val="000000"/>
              </a:solidFill>
              <a:latin typeface="Arial"/>
              <a:ea typeface="Arial"/>
              <a:cs typeface="Arial"/>
              <a:sym typeface="Arial"/>
            </a:endParaRPr>
          </a:p>
          <a:p>
            <a:pPr marL="0" marR="0" lvl="0" indent="0" algn="l" rtl="0">
              <a:lnSpc>
                <a:spcPct val="90000"/>
              </a:lnSpc>
              <a:spcBef>
                <a:spcPts val="0"/>
              </a:spcBef>
              <a:spcAft>
                <a:spcPts val="0"/>
              </a:spcAft>
              <a:buClr>
                <a:srgbClr val="000000"/>
              </a:buClr>
              <a:buSzPts val="2700"/>
              <a:buFont typeface="Arial"/>
              <a:buNone/>
            </a:pPr>
            <a:endParaRPr sz="2700" b="0" i="0" u="none" strike="noStrike" cap="none">
              <a:solidFill>
                <a:srgbClr val="000000"/>
              </a:solidFill>
              <a:latin typeface="Arial"/>
              <a:ea typeface="Arial"/>
              <a:cs typeface="Arial"/>
              <a:sym typeface="Arial"/>
            </a:endParaRPr>
          </a:p>
          <a:p>
            <a:pPr marL="0" marR="0" lvl="0" indent="0" algn="l" rtl="0">
              <a:lnSpc>
                <a:spcPct val="90000"/>
              </a:lnSpc>
              <a:spcBef>
                <a:spcPts val="0"/>
              </a:spcBef>
              <a:spcAft>
                <a:spcPts val="0"/>
              </a:spcAft>
              <a:buClr>
                <a:srgbClr val="000000"/>
              </a:buClr>
              <a:buSzPts val="2700"/>
              <a:buFont typeface="Arial"/>
              <a:buNone/>
            </a:pPr>
            <a:endParaRPr sz="2700" b="0" i="0" u="none" strike="noStrike" cap="none">
              <a:solidFill>
                <a:srgbClr val="000000"/>
              </a:solidFill>
              <a:latin typeface="Arial"/>
              <a:ea typeface="Arial"/>
              <a:cs typeface="Arial"/>
              <a:sym typeface="Arial"/>
            </a:endParaRPr>
          </a:p>
          <a:p>
            <a:pPr marL="0" marR="0" lvl="0" indent="0" algn="l" rtl="0">
              <a:lnSpc>
                <a:spcPct val="90000"/>
              </a:lnSpc>
              <a:spcBef>
                <a:spcPts val="0"/>
              </a:spcBef>
              <a:spcAft>
                <a:spcPts val="0"/>
              </a:spcAft>
              <a:buClr>
                <a:srgbClr val="000000"/>
              </a:buClr>
              <a:buSzPts val="2700"/>
              <a:buFont typeface="Arial"/>
              <a:buNone/>
            </a:pPr>
            <a:endParaRPr sz="2700" b="0" i="0" u="none" strike="noStrike" cap="none">
              <a:solidFill>
                <a:srgbClr val="000000"/>
              </a:solidFill>
              <a:latin typeface="Arial"/>
              <a:ea typeface="Arial"/>
              <a:cs typeface="Arial"/>
              <a:sym typeface="Arial"/>
            </a:endParaRPr>
          </a:p>
          <a:p>
            <a:pPr marL="0" marR="0" lvl="0" indent="0" algn="l" rtl="0">
              <a:lnSpc>
                <a:spcPct val="90000"/>
              </a:lnSpc>
              <a:spcBef>
                <a:spcPts val="0"/>
              </a:spcBef>
              <a:spcAft>
                <a:spcPts val="0"/>
              </a:spcAft>
              <a:buClr>
                <a:srgbClr val="000000"/>
              </a:buClr>
              <a:buSzPts val="2700"/>
              <a:buFont typeface="Arial"/>
              <a:buNone/>
            </a:pPr>
            <a:endParaRPr sz="2700" b="0" i="0" u="none" strike="noStrike" cap="none">
              <a:solidFill>
                <a:srgbClr val="000000"/>
              </a:solidFill>
              <a:latin typeface="Arial"/>
              <a:ea typeface="Arial"/>
              <a:cs typeface="Arial"/>
              <a:sym typeface="Arial"/>
            </a:endParaRPr>
          </a:p>
          <a:p>
            <a:pPr marL="0" marR="0" lvl="0" indent="0" algn="l" rtl="0">
              <a:lnSpc>
                <a:spcPct val="90000"/>
              </a:lnSpc>
              <a:spcBef>
                <a:spcPts val="0"/>
              </a:spcBef>
              <a:spcAft>
                <a:spcPts val="0"/>
              </a:spcAft>
              <a:buClr>
                <a:srgbClr val="000000"/>
              </a:buClr>
              <a:buSzPts val="2700"/>
              <a:buFont typeface="Arial"/>
              <a:buNone/>
            </a:pPr>
            <a:endParaRPr sz="2700" b="0" i="0" u="none" strike="noStrike" cap="none">
              <a:solidFill>
                <a:srgbClr val="000000"/>
              </a:solidFill>
              <a:latin typeface="Arial"/>
              <a:ea typeface="Arial"/>
              <a:cs typeface="Arial"/>
              <a:sym typeface="Arial"/>
            </a:endParaRPr>
          </a:p>
          <a:p>
            <a:pPr marL="0" marR="0" lvl="0" indent="0" algn="l" rtl="0">
              <a:lnSpc>
                <a:spcPct val="90000"/>
              </a:lnSpc>
              <a:spcBef>
                <a:spcPts val="0"/>
              </a:spcBef>
              <a:spcAft>
                <a:spcPts val="0"/>
              </a:spcAft>
              <a:buClr>
                <a:srgbClr val="000000"/>
              </a:buClr>
              <a:buSzPts val="2700"/>
              <a:buFont typeface="Arial"/>
              <a:buNone/>
            </a:pPr>
            <a:endParaRPr sz="2700" b="0" i="0" u="none" strike="noStrike" cap="none">
              <a:solidFill>
                <a:srgbClr val="000000"/>
              </a:solidFill>
              <a:latin typeface="Arial"/>
              <a:ea typeface="Arial"/>
              <a:cs typeface="Arial"/>
              <a:sym typeface="Arial"/>
            </a:endParaRPr>
          </a:p>
          <a:p>
            <a:pPr marL="0" marR="0" lvl="0" indent="0" algn="l" rtl="0">
              <a:lnSpc>
                <a:spcPct val="90000"/>
              </a:lnSpc>
              <a:spcBef>
                <a:spcPts val="0"/>
              </a:spcBef>
              <a:spcAft>
                <a:spcPts val="0"/>
              </a:spcAft>
              <a:buClr>
                <a:srgbClr val="000000"/>
              </a:buClr>
              <a:buSzPts val="2700"/>
              <a:buFont typeface="Arial"/>
              <a:buNone/>
            </a:pPr>
            <a:endParaRPr sz="2700" b="0" i="0" u="none" strike="noStrike" cap="none">
              <a:solidFill>
                <a:srgbClr val="000000"/>
              </a:solidFill>
              <a:latin typeface="Arial"/>
              <a:ea typeface="Arial"/>
              <a:cs typeface="Arial"/>
              <a:sym typeface="Arial"/>
            </a:endParaRPr>
          </a:p>
          <a:p>
            <a:pPr marL="0" marR="0" lvl="0" indent="0" algn="l" rtl="0">
              <a:lnSpc>
                <a:spcPct val="90000"/>
              </a:lnSpc>
              <a:spcBef>
                <a:spcPts val="0"/>
              </a:spcBef>
              <a:spcAft>
                <a:spcPts val="0"/>
              </a:spcAft>
              <a:buClr>
                <a:srgbClr val="000000"/>
              </a:buClr>
              <a:buSzPts val="2700"/>
              <a:buFont typeface="Arial"/>
              <a:buNone/>
            </a:pPr>
            <a:endParaRPr sz="2700" b="0" i="0" u="none" strike="noStrike" cap="none">
              <a:solidFill>
                <a:srgbClr val="000000"/>
              </a:solidFill>
              <a:latin typeface="Arial"/>
              <a:ea typeface="Arial"/>
              <a:cs typeface="Arial"/>
              <a:sym typeface="Arial"/>
            </a:endParaRPr>
          </a:p>
          <a:p>
            <a:pPr marL="0" marR="0" lvl="0" indent="0" algn="l" rtl="0">
              <a:lnSpc>
                <a:spcPct val="90000"/>
              </a:lnSpc>
              <a:spcBef>
                <a:spcPts val="0"/>
              </a:spcBef>
              <a:spcAft>
                <a:spcPts val="0"/>
              </a:spcAft>
              <a:buClr>
                <a:srgbClr val="000000"/>
              </a:buClr>
              <a:buSzPts val="2700"/>
              <a:buFont typeface="Arial"/>
              <a:buNone/>
            </a:pPr>
            <a:endParaRPr sz="2700" b="0" i="0" u="none" strike="noStrike" cap="none">
              <a:solidFill>
                <a:srgbClr val="000000"/>
              </a:solidFill>
              <a:latin typeface="Arial"/>
              <a:ea typeface="Arial"/>
              <a:cs typeface="Arial"/>
              <a:sym typeface="Arial"/>
            </a:endParaRPr>
          </a:p>
          <a:p>
            <a:pPr marL="0" marR="0" lvl="0" indent="0" algn="l" rtl="0">
              <a:lnSpc>
                <a:spcPct val="90000"/>
              </a:lnSpc>
              <a:spcBef>
                <a:spcPts val="0"/>
              </a:spcBef>
              <a:spcAft>
                <a:spcPts val="0"/>
              </a:spcAft>
              <a:buClr>
                <a:srgbClr val="000000"/>
              </a:buClr>
              <a:buSzPts val="2700"/>
              <a:buFont typeface="Arial"/>
              <a:buNone/>
            </a:pPr>
            <a:endParaRPr sz="2700" b="0" i="0" u="none" strike="noStrike" cap="none">
              <a:solidFill>
                <a:srgbClr val="000000"/>
              </a:solidFill>
              <a:latin typeface="Arial"/>
              <a:ea typeface="Arial"/>
              <a:cs typeface="Arial"/>
              <a:sym typeface="Arial"/>
            </a:endParaRPr>
          </a:p>
          <a:p>
            <a:pPr marL="0" marR="0" lvl="0" indent="0" algn="l" rtl="0">
              <a:lnSpc>
                <a:spcPct val="90000"/>
              </a:lnSpc>
              <a:spcBef>
                <a:spcPts val="0"/>
              </a:spcBef>
              <a:spcAft>
                <a:spcPts val="0"/>
              </a:spcAft>
              <a:buClr>
                <a:srgbClr val="000000"/>
              </a:buClr>
              <a:buSzPts val="2700"/>
              <a:buFont typeface="Arial"/>
              <a:buNone/>
            </a:pPr>
            <a:endParaRPr sz="2700" b="0" i="0" u="none" strike="noStrike" cap="none">
              <a:solidFill>
                <a:srgbClr val="000000"/>
              </a:solidFill>
              <a:latin typeface="Arial"/>
              <a:ea typeface="Arial"/>
              <a:cs typeface="Arial"/>
              <a:sym typeface="Arial"/>
            </a:endParaRPr>
          </a:p>
          <a:p>
            <a:pPr marL="0" marR="0" lvl="0" indent="0" algn="l" rtl="0">
              <a:lnSpc>
                <a:spcPct val="90000"/>
              </a:lnSpc>
              <a:spcBef>
                <a:spcPts val="0"/>
              </a:spcBef>
              <a:spcAft>
                <a:spcPts val="0"/>
              </a:spcAft>
              <a:buClr>
                <a:schemeClr val="dk1"/>
              </a:buClr>
              <a:buSzPts val="2700"/>
              <a:buFont typeface="Arial"/>
              <a:buNone/>
            </a:pPr>
            <a:r>
              <a:rPr lang="en-US" sz="2000" b="1" i="0" u="none" strike="noStrike" cap="none">
                <a:solidFill>
                  <a:schemeClr val="dk1"/>
                </a:solidFill>
                <a:latin typeface="Times New Roman"/>
                <a:ea typeface="Times New Roman"/>
                <a:cs typeface="Times New Roman"/>
                <a:sym typeface="Times New Roman"/>
              </a:rPr>
              <a:t>                             Fig </a:t>
            </a:r>
            <a:r>
              <a:rPr lang="en-US" sz="2000" b="1">
                <a:solidFill>
                  <a:schemeClr val="dk1"/>
                </a:solidFill>
                <a:latin typeface="Times New Roman"/>
                <a:ea typeface="Times New Roman"/>
                <a:cs typeface="Times New Roman"/>
                <a:sym typeface="Times New Roman"/>
              </a:rPr>
              <a:t>4</a:t>
            </a:r>
            <a:r>
              <a:rPr lang="en-US" sz="2000" b="1" i="0" u="none" strike="noStrike" cap="none">
                <a:solidFill>
                  <a:schemeClr val="dk1"/>
                </a:solidFill>
                <a:latin typeface="Times New Roman"/>
                <a:ea typeface="Times New Roman"/>
                <a:cs typeface="Times New Roman"/>
                <a:sym typeface="Times New Roman"/>
              </a:rPr>
              <a:t>:</a:t>
            </a:r>
            <a:r>
              <a:rPr lang="en-US" sz="2000" b="0" i="0" u="none" strike="noStrike" cap="none">
                <a:solidFill>
                  <a:schemeClr val="dk1"/>
                </a:solidFill>
                <a:latin typeface="Arial"/>
                <a:ea typeface="Arial"/>
                <a:cs typeface="Arial"/>
                <a:sym typeface="Arial"/>
              </a:rPr>
              <a:t> </a:t>
            </a:r>
            <a:r>
              <a:rPr lang="en-US" sz="2000" b="1" i="0" u="none" strike="noStrike" cap="none">
                <a:solidFill>
                  <a:schemeClr val="dk1"/>
                </a:solidFill>
                <a:latin typeface="Times New Roman"/>
                <a:ea typeface="Times New Roman"/>
                <a:cs typeface="Times New Roman"/>
                <a:sym typeface="Times New Roman"/>
              </a:rPr>
              <a:t>CRAFT Module </a:t>
            </a:r>
            <a:endParaRPr sz="2700" b="0" i="0" u="none" strike="noStrike" cap="none">
              <a:solidFill>
                <a:srgbClr val="000000"/>
              </a:solidFill>
              <a:latin typeface="Arial"/>
              <a:ea typeface="Arial"/>
              <a:cs typeface="Arial"/>
              <a:sym typeface="Arial"/>
            </a:endParaRPr>
          </a:p>
        </p:txBody>
      </p:sp>
      <p:pic>
        <p:nvPicPr>
          <p:cNvPr id="109" name="Google Shape;109;g2b3ccc60d3d_1_24" descr="Google Shape;238;g2476a7b157a_2_19"/>
          <p:cNvPicPr preferRelativeResize="0"/>
          <p:nvPr/>
        </p:nvPicPr>
        <p:blipFill rotWithShape="1">
          <a:blip r:embed="rId3">
            <a:alphaModFix/>
          </a:blip>
          <a:srcRect/>
          <a:stretch/>
        </p:blipFill>
        <p:spPr>
          <a:xfrm>
            <a:off x="66875" y="181218"/>
            <a:ext cx="1219201" cy="1144589"/>
          </a:xfrm>
          <a:prstGeom prst="rect">
            <a:avLst/>
          </a:prstGeom>
          <a:noFill/>
          <a:ln>
            <a:noFill/>
          </a:ln>
        </p:spPr>
      </p:pic>
      <p:sp>
        <p:nvSpPr>
          <p:cNvPr id="110" name="Google Shape;110;g2b3ccc60d3d_1_24"/>
          <p:cNvSpPr txBox="1"/>
          <p:nvPr/>
        </p:nvSpPr>
        <p:spPr>
          <a:xfrm>
            <a:off x="1303826" y="405533"/>
            <a:ext cx="10659000" cy="1108200"/>
          </a:xfrm>
          <a:prstGeom prst="rect">
            <a:avLst/>
          </a:prstGeom>
          <a:noFill/>
          <a:ln>
            <a:noFill/>
          </a:ln>
        </p:spPr>
        <p:txBody>
          <a:bodyPr spcFirstLastPara="1" wrap="square" lIns="45675" tIns="45675" rIns="45675" bIns="45675" anchor="t" anchorCtr="0">
            <a:spAutoFit/>
          </a:bodyPr>
          <a:lstStyle/>
          <a:p>
            <a:pPr marL="0" marR="0" lvl="0" indent="0" algn="ctr" rtl="0">
              <a:lnSpc>
                <a:spcPct val="100000"/>
              </a:lnSpc>
              <a:spcBef>
                <a:spcPts val="0"/>
              </a:spcBef>
              <a:spcAft>
                <a:spcPts val="0"/>
              </a:spcAft>
              <a:buClr>
                <a:srgbClr val="000000"/>
              </a:buClr>
              <a:buSzPts val="2200"/>
              <a:buFont typeface="Arial Rounded"/>
              <a:buNone/>
            </a:pPr>
            <a:r>
              <a:rPr lang="en-US" sz="2200" b="1" i="0" u="none" strike="noStrike" cap="none" dirty="0">
                <a:solidFill>
                  <a:srgbClr val="000000"/>
                </a:solidFill>
                <a:latin typeface="Arial Rounded"/>
                <a:ea typeface="Arial Rounded"/>
                <a:cs typeface="Arial Rounded"/>
                <a:sym typeface="Arial Rounded"/>
              </a:rPr>
              <a:t>GOKARAJU RANGARAJU INSTITUTE OF ENGINEERING AND TECHNOLOGY</a:t>
            </a:r>
            <a:endParaRPr sz="1400" b="0"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Rounded"/>
              <a:buNone/>
            </a:pPr>
            <a:r>
              <a:rPr lang="en-US" sz="2200" b="1" i="0" u="none" strike="noStrike" cap="none" dirty="0">
                <a:solidFill>
                  <a:srgbClr val="000000"/>
                </a:solidFill>
                <a:latin typeface="Arial Rounded"/>
                <a:ea typeface="Arial Rounded"/>
                <a:cs typeface="Arial Rounded"/>
                <a:sym typeface="Arial Rounded"/>
              </a:rPr>
              <a:t>Department of Computer Science and Engineering</a:t>
            </a:r>
            <a:endParaRPr sz="1400" b="0"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Clr>
                <a:schemeClr val="dk1"/>
              </a:buClr>
              <a:buSzPts val="2200"/>
              <a:buFont typeface="Arial Rounded"/>
              <a:buNone/>
            </a:pPr>
            <a:r>
              <a:rPr lang="en-US" sz="2200" b="1" i="0" u="none" strike="noStrike" cap="none" dirty="0">
                <a:solidFill>
                  <a:schemeClr val="dk1"/>
                </a:solidFill>
                <a:latin typeface="Arial Rounded"/>
                <a:ea typeface="Arial Rounded"/>
                <a:cs typeface="Arial Rounded"/>
                <a:sym typeface="Arial Rounded"/>
              </a:rPr>
              <a:t>MAJOR Project Phase-II Review-</a:t>
            </a:r>
            <a:r>
              <a:rPr lang="en-US" sz="2200" b="1" dirty="0">
                <a:solidFill>
                  <a:schemeClr val="dk1"/>
                </a:solidFill>
                <a:latin typeface="Arial Rounded"/>
                <a:ea typeface="Arial Rounded"/>
                <a:cs typeface="Arial Rounded"/>
                <a:sym typeface="Arial Rounded"/>
              </a:rPr>
              <a:t>2</a:t>
            </a:r>
            <a:endParaRPr sz="1400" b="0" i="0" u="none" strike="noStrike" cap="none" dirty="0">
              <a:solidFill>
                <a:srgbClr val="000000"/>
              </a:solidFill>
              <a:latin typeface="Arial"/>
              <a:ea typeface="Arial"/>
              <a:cs typeface="Arial"/>
              <a:sym typeface="Arial"/>
            </a:endParaRPr>
          </a:p>
        </p:txBody>
      </p:sp>
      <p:sp>
        <p:nvSpPr>
          <p:cNvPr id="111" name="Google Shape;111;g2b3ccc60d3d_1_24"/>
          <p:cNvSpPr txBox="1"/>
          <p:nvPr/>
        </p:nvSpPr>
        <p:spPr>
          <a:xfrm>
            <a:off x="229174" y="1275574"/>
            <a:ext cx="11399400" cy="523200"/>
          </a:xfrm>
          <a:prstGeom prst="rect">
            <a:avLst/>
          </a:prstGeom>
          <a:noFill/>
          <a:ln>
            <a:noFill/>
          </a:ln>
        </p:spPr>
        <p:txBody>
          <a:bodyPr spcFirstLastPara="1" wrap="square" lIns="45675" tIns="45675" rIns="45675" bIns="45675" anchor="t" anchorCtr="0">
            <a:spAutoFit/>
          </a:bodyPr>
          <a:lstStyle/>
          <a:p>
            <a:pPr marL="0" marR="0" lvl="0" indent="0" algn="l" rtl="0">
              <a:lnSpc>
                <a:spcPct val="115000"/>
              </a:lnSpc>
              <a:spcBef>
                <a:spcPts val="0"/>
              </a:spcBef>
              <a:spcAft>
                <a:spcPts val="0"/>
              </a:spcAft>
              <a:buClr>
                <a:schemeClr val="dk1"/>
              </a:buClr>
              <a:buSzPts val="1100"/>
              <a:buFont typeface="Arial"/>
              <a:buNone/>
            </a:pPr>
            <a:r>
              <a:rPr lang="en-US" sz="2800" b="1">
                <a:solidFill>
                  <a:schemeClr val="dk1"/>
                </a:solidFill>
                <a:latin typeface="Times New Roman"/>
                <a:ea typeface="Times New Roman"/>
                <a:cs typeface="Times New Roman"/>
                <a:sym typeface="Times New Roman"/>
              </a:rPr>
              <a:t>Experimentation</a:t>
            </a:r>
            <a:endParaRPr sz="2800" b="1" i="0" u="none" strike="noStrike" cap="none">
              <a:solidFill>
                <a:srgbClr val="000000"/>
              </a:solidFill>
              <a:latin typeface="Times New Roman"/>
              <a:ea typeface="Times New Roman"/>
              <a:cs typeface="Times New Roman"/>
              <a:sym typeface="Times New Roman"/>
            </a:endParaRPr>
          </a:p>
        </p:txBody>
      </p:sp>
      <p:sp>
        <p:nvSpPr>
          <p:cNvPr id="112" name="Google Shape;112;g2b3ccc60d3d_1_24"/>
          <p:cNvSpPr txBox="1">
            <a:spLocks noGrp="1"/>
          </p:cNvSpPr>
          <p:nvPr>
            <p:ph type="sldNum" idx="12"/>
          </p:nvPr>
        </p:nvSpPr>
        <p:spPr>
          <a:xfrm>
            <a:off x="11095216" y="6414769"/>
            <a:ext cx="258600" cy="276900"/>
          </a:xfrm>
          <a:prstGeom prst="rect">
            <a:avLst/>
          </a:prstGeom>
          <a:noFill/>
          <a:ln>
            <a:noFill/>
          </a:ln>
        </p:spPr>
        <p:txBody>
          <a:bodyPr spcFirstLastPara="1" wrap="square" lIns="45675" tIns="45675" rIns="45675" bIns="45675" anchor="ctr" anchorCtr="0">
            <a:spAutoFit/>
          </a:bodyPr>
          <a:lstStyle/>
          <a:p>
            <a:pPr marL="0" lvl="0" indent="0" algn="r" rtl="0">
              <a:lnSpc>
                <a:spcPct val="100000"/>
              </a:lnSpc>
              <a:spcBef>
                <a:spcPts val="0"/>
              </a:spcBef>
              <a:spcAft>
                <a:spcPts val="0"/>
              </a:spcAft>
              <a:buClr>
                <a:srgbClr val="888888"/>
              </a:buClr>
              <a:buSzPts val="1200"/>
              <a:buFont typeface="Calibri"/>
              <a:buNone/>
            </a:pPr>
            <a:fld id="{00000000-1234-1234-1234-123412341234}" type="slidenum">
              <a:rPr lang="en-US" sz="1200">
                <a:solidFill>
                  <a:srgbClr val="888888"/>
                </a:solidFill>
                <a:latin typeface="Calibri"/>
                <a:ea typeface="Calibri"/>
                <a:cs typeface="Calibri"/>
                <a:sym typeface="Calibri"/>
              </a:rPr>
              <a:t>6</a:t>
            </a:fld>
            <a:endParaRPr/>
          </a:p>
        </p:txBody>
      </p:sp>
      <p:pic>
        <p:nvPicPr>
          <p:cNvPr id="113" name="Google Shape;113;g2b3ccc60d3d_1_24"/>
          <p:cNvPicPr preferRelativeResize="0"/>
          <p:nvPr/>
        </p:nvPicPr>
        <p:blipFill rotWithShape="1">
          <a:blip r:embed="rId4">
            <a:alphaModFix/>
          </a:blip>
          <a:srcRect/>
          <a:stretch/>
        </p:blipFill>
        <p:spPr>
          <a:xfrm>
            <a:off x="714825" y="1863925"/>
            <a:ext cx="7520999" cy="4289626"/>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sp>
        <p:nvSpPr>
          <p:cNvPr id="118" name="Google Shape;118;g2c2692669a5_0_10"/>
          <p:cNvSpPr txBox="1">
            <a:spLocks noGrp="1"/>
          </p:cNvSpPr>
          <p:nvPr>
            <p:ph type="ctrTitle" idx="4294967295"/>
          </p:nvPr>
        </p:nvSpPr>
        <p:spPr>
          <a:xfrm>
            <a:off x="66875" y="1330369"/>
            <a:ext cx="11969700" cy="5361300"/>
          </a:xfrm>
          <a:prstGeom prst="rect">
            <a:avLst/>
          </a:prstGeom>
          <a:noFill/>
          <a:ln>
            <a:noFill/>
          </a:ln>
        </p:spPr>
        <p:txBody>
          <a:bodyPr spcFirstLastPara="1" wrap="square" lIns="45675" tIns="45675" rIns="45675" bIns="45675" anchor="t" anchorCtr="0">
            <a:normAutofit/>
          </a:bodyPr>
          <a:lstStyle/>
          <a:p>
            <a:pPr marL="0" marR="0" lvl="0" indent="0" algn="l" rtl="0">
              <a:lnSpc>
                <a:spcPct val="90000"/>
              </a:lnSpc>
              <a:spcBef>
                <a:spcPts val="0"/>
              </a:spcBef>
              <a:spcAft>
                <a:spcPts val="0"/>
              </a:spcAft>
              <a:buClr>
                <a:srgbClr val="000000"/>
              </a:buClr>
              <a:buSzPts val="2700"/>
              <a:buFont typeface="Arial"/>
              <a:buNone/>
            </a:pPr>
            <a:br>
              <a:rPr lang="en-US" sz="2700" b="0" i="0" u="none" strike="noStrike" cap="none">
                <a:solidFill>
                  <a:srgbClr val="000000"/>
                </a:solidFill>
                <a:latin typeface="Arial"/>
                <a:ea typeface="Arial"/>
                <a:cs typeface="Arial"/>
                <a:sym typeface="Arial"/>
              </a:rPr>
            </a:br>
            <a:r>
              <a:rPr lang="en-US" sz="2700" b="0" i="0" u="none" strike="noStrike" cap="none">
                <a:solidFill>
                  <a:srgbClr val="000000"/>
                </a:solidFill>
                <a:latin typeface="Arial"/>
                <a:ea typeface="Arial"/>
                <a:cs typeface="Arial"/>
                <a:sym typeface="Arial"/>
              </a:rPr>
              <a:t> </a:t>
            </a:r>
            <a:endParaRPr sz="2700" b="0" i="0" u="none" strike="noStrike" cap="none">
              <a:solidFill>
                <a:srgbClr val="000000"/>
              </a:solidFill>
              <a:latin typeface="Arial"/>
              <a:ea typeface="Arial"/>
              <a:cs typeface="Arial"/>
              <a:sym typeface="Arial"/>
            </a:endParaRPr>
          </a:p>
          <a:p>
            <a:pPr marL="0" marR="0" lvl="0" indent="0" algn="l" rtl="0">
              <a:lnSpc>
                <a:spcPct val="90000"/>
              </a:lnSpc>
              <a:spcBef>
                <a:spcPts val="0"/>
              </a:spcBef>
              <a:spcAft>
                <a:spcPts val="0"/>
              </a:spcAft>
              <a:buClr>
                <a:srgbClr val="000000"/>
              </a:buClr>
              <a:buSzPts val="2700"/>
              <a:buFont typeface="Arial"/>
              <a:buNone/>
            </a:pPr>
            <a:endParaRPr sz="2700" b="0" i="0" u="none" strike="noStrike" cap="none">
              <a:solidFill>
                <a:srgbClr val="000000"/>
              </a:solidFill>
              <a:latin typeface="Arial"/>
              <a:ea typeface="Arial"/>
              <a:cs typeface="Arial"/>
              <a:sym typeface="Arial"/>
            </a:endParaRPr>
          </a:p>
          <a:p>
            <a:pPr marL="0" marR="0" lvl="0" indent="0" algn="l" rtl="0">
              <a:lnSpc>
                <a:spcPct val="90000"/>
              </a:lnSpc>
              <a:spcBef>
                <a:spcPts val="0"/>
              </a:spcBef>
              <a:spcAft>
                <a:spcPts val="0"/>
              </a:spcAft>
              <a:buClr>
                <a:srgbClr val="000000"/>
              </a:buClr>
              <a:buSzPts val="2700"/>
              <a:buFont typeface="Arial"/>
              <a:buNone/>
            </a:pPr>
            <a:endParaRPr sz="2700" b="0" i="0" u="none" strike="noStrike" cap="none">
              <a:solidFill>
                <a:srgbClr val="000000"/>
              </a:solidFill>
              <a:latin typeface="Arial"/>
              <a:ea typeface="Arial"/>
              <a:cs typeface="Arial"/>
              <a:sym typeface="Arial"/>
            </a:endParaRPr>
          </a:p>
          <a:p>
            <a:pPr marL="0" marR="0" lvl="0" indent="0" algn="l" rtl="0">
              <a:lnSpc>
                <a:spcPct val="90000"/>
              </a:lnSpc>
              <a:spcBef>
                <a:spcPts val="0"/>
              </a:spcBef>
              <a:spcAft>
                <a:spcPts val="0"/>
              </a:spcAft>
              <a:buClr>
                <a:srgbClr val="000000"/>
              </a:buClr>
              <a:buSzPts val="2700"/>
              <a:buFont typeface="Arial"/>
              <a:buNone/>
            </a:pPr>
            <a:endParaRPr sz="2700" b="0" i="0" u="none" strike="noStrike" cap="none">
              <a:solidFill>
                <a:srgbClr val="000000"/>
              </a:solidFill>
              <a:latin typeface="Arial"/>
              <a:ea typeface="Arial"/>
              <a:cs typeface="Arial"/>
              <a:sym typeface="Arial"/>
            </a:endParaRPr>
          </a:p>
          <a:p>
            <a:pPr marL="0" marR="0" lvl="0" indent="0" algn="l" rtl="0">
              <a:lnSpc>
                <a:spcPct val="90000"/>
              </a:lnSpc>
              <a:spcBef>
                <a:spcPts val="0"/>
              </a:spcBef>
              <a:spcAft>
                <a:spcPts val="0"/>
              </a:spcAft>
              <a:buClr>
                <a:srgbClr val="000000"/>
              </a:buClr>
              <a:buSzPts val="2700"/>
              <a:buFont typeface="Arial"/>
              <a:buNone/>
            </a:pPr>
            <a:endParaRPr sz="2700" b="0" i="0" u="none" strike="noStrike" cap="none">
              <a:solidFill>
                <a:srgbClr val="000000"/>
              </a:solidFill>
              <a:latin typeface="Arial"/>
              <a:ea typeface="Arial"/>
              <a:cs typeface="Arial"/>
              <a:sym typeface="Arial"/>
            </a:endParaRPr>
          </a:p>
          <a:p>
            <a:pPr marL="0" marR="0" lvl="0" indent="0" algn="l" rtl="0">
              <a:lnSpc>
                <a:spcPct val="90000"/>
              </a:lnSpc>
              <a:spcBef>
                <a:spcPts val="0"/>
              </a:spcBef>
              <a:spcAft>
                <a:spcPts val="0"/>
              </a:spcAft>
              <a:buClr>
                <a:srgbClr val="000000"/>
              </a:buClr>
              <a:buSzPts val="2700"/>
              <a:buFont typeface="Arial"/>
              <a:buNone/>
            </a:pPr>
            <a:endParaRPr sz="2700" b="0" i="0" u="none" strike="noStrike" cap="none">
              <a:solidFill>
                <a:srgbClr val="000000"/>
              </a:solidFill>
              <a:latin typeface="Arial"/>
              <a:ea typeface="Arial"/>
              <a:cs typeface="Arial"/>
              <a:sym typeface="Arial"/>
            </a:endParaRPr>
          </a:p>
          <a:p>
            <a:pPr marL="0" marR="0" lvl="0" indent="0" algn="l" rtl="0">
              <a:lnSpc>
                <a:spcPct val="90000"/>
              </a:lnSpc>
              <a:spcBef>
                <a:spcPts val="0"/>
              </a:spcBef>
              <a:spcAft>
                <a:spcPts val="0"/>
              </a:spcAft>
              <a:buClr>
                <a:srgbClr val="000000"/>
              </a:buClr>
              <a:buSzPts val="2700"/>
              <a:buFont typeface="Arial"/>
              <a:buNone/>
            </a:pPr>
            <a:endParaRPr sz="2700" b="0" i="0" u="none" strike="noStrike" cap="none">
              <a:solidFill>
                <a:srgbClr val="000000"/>
              </a:solidFill>
              <a:latin typeface="Arial"/>
              <a:ea typeface="Arial"/>
              <a:cs typeface="Arial"/>
              <a:sym typeface="Arial"/>
            </a:endParaRPr>
          </a:p>
          <a:p>
            <a:pPr marL="0" marR="0" lvl="0" indent="0" algn="l" rtl="0">
              <a:lnSpc>
                <a:spcPct val="90000"/>
              </a:lnSpc>
              <a:spcBef>
                <a:spcPts val="0"/>
              </a:spcBef>
              <a:spcAft>
                <a:spcPts val="0"/>
              </a:spcAft>
              <a:buClr>
                <a:srgbClr val="000000"/>
              </a:buClr>
              <a:buSzPts val="2700"/>
              <a:buFont typeface="Arial"/>
              <a:buNone/>
            </a:pPr>
            <a:endParaRPr sz="2700" b="0" i="0" u="none" strike="noStrike" cap="none">
              <a:solidFill>
                <a:srgbClr val="000000"/>
              </a:solidFill>
              <a:latin typeface="Arial"/>
              <a:ea typeface="Arial"/>
              <a:cs typeface="Arial"/>
              <a:sym typeface="Arial"/>
            </a:endParaRPr>
          </a:p>
          <a:p>
            <a:pPr marL="0" marR="0" lvl="0" indent="0" algn="l" rtl="0">
              <a:lnSpc>
                <a:spcPct val="90000"/>
              </a:lnSpc>
              <a:spcBef>
                <a:spcPts val="0"/>
              </a:spcBef>
              <a:spcAft>
                <a:spcPts val="0"/>
              </a:spcAft>
              <a:buClr>
                <a:srgbClr val="000000"/>
              </a:buClr>
              <a:buSzPts val="2700"/>
              <a:buFont typeface="Arial"/>
              <a:buNone/>
            </a:pPr>
            <a:endParaRPr sz="2700" b="0" i="0" u="none" strike="noStrike" cap="none">
              <a:solidFill>
                <a:srgbClr val="000000"/>
              </a:solidFill>
              <a:latin typeface="Arial"/>
              <a:ea typeface="Arial"/>
              <a:cs typeface="Arial"/>
              <a:sym typeface="Arial"/>
            </a:endParaRPr>
          </a:p>
          <a:p>
            <a:pPr marL="0" marR="0" lvl="0" indent="0" algn="l" rtl="0">
              <a:lnSpc>
                <a:spcPct val="90000"/>
              </a:lnSpc>
              <a:spcBef>
                <a:spcPts val="0"/>
              </a:spcBef>
              <a:spcAft>
                <a:spcPts val="0"/>
              </a:spcAft>
              <a:buClr>
                <a:srgbClr val="000000"/>
              </a:buClr>
              <a:buSzPts val="2700"/>
              <a:buFont typeface="Arial"/>
              <a:buNone/>
            </a:pPr>
            <a:endParaRPr sz="2700" b="0" i="0" u="none" strike="noStrike" cap="none">
              <a:solidFill>
                <a:srgbClr val="000000"/>
              </a:solidFill>
              <a:latin typeface="Arial"/>
              <a:ea typeface="Arial"/>
              <a:cs typeface="Arial"/>
              <a:sym typeface="Arial"/>
            </a:endParaRPr>
          </a:p>
          <a:p>
            <a:pPr marL="0" marR="0" lvl="0" indent="0" algn="l" rtl="0">
              <a:lnSpc>
                <a:spcPct val="90000"/>
              </a:lnSpc>
              <a:spcBef>
                <a:spcPts val="0"/>
              </a:spcBef>
              <a:spcAft>
                <a:spcPts val="0"/>
              </a:spcAft>
              <a:buClr>
                <a:srgbClr val="000000"/>
              </a:buClr>
              <a:buSzPts val="2700"/>
              <a:buFont typeface="Arial"/>
              <a:buNone/>
            </a:pPr>
            <a:endParaRPr sz="2700" b="0" i="0" u="none" strike="noStrike" cap="none">
              <a:solidFill>
                <a:srgbClr val="000000"/>
              </a:solidFill>
              <a:latin typeface="Arial"/>
              <a:ea typeface="Arial"/>
              <a:cs typeface="Arial"/>
              <a:sym typeface="Arial"/>
            </a:endParaRPr>
          </a:p>
          <a:p>
            <a:pPr marL="0" marR="0" lvl="0" indent="0" algn="l" rtl="0">
              <a:lnSpc>
                <a:spcPct val="90000"/>
              </a:lnSpc>
              <a:spcBef>
                <a:spcPts val="0"/>
              </a:spcBef>
              <a:spcAft>
                <a:spcPts val="0"/>
              </a:spcAft>
              <a:buClr>
                <a:srgbClr val="000000"/>
              </a:buClr>
              <a:buSzPts val="2700"/>
              <a:buFont typeface="Arial"/>
              <a:buNone/>
            </a:pPr>
            <a:endParaRPr sz="2700" b="0" i="0" u="none" strike="noStrike" cap="none">
              <a:solidFill>
                <a:srgbClr val="000000"/>
              </a:solidFill>
              <a:latin typeface="Arial"/>
              <a:ea typeface="Arial"/>
              <a:cs typeface="Arial"/>
              <a:sym typeface="Arial"/>
            </a:endParaRPr>
          </a:p>
          <a:p>
            <a:pPr marL="0" marR="0" lvl="0" indent="0" algn="l" rtl="0">
              <a:lnSpc>
                <a:spcPct val="90000"/>
              </a:lnSpc>
              <a:spcBef>
                <a:spcPts val="0"/>
              </a:spcBef>
              <a:spcAft>
                <a:spcPts val="0"/>
              </a:spcAft>
              <a:buClr>
                <a:schemeClr val="dk1"/>
              </a:buClr>
              <a:buSzPts val="2700"/>
              <a:buFont typeface="Arial"/>
              <a:buNone/>
            </a:pPr>
            <a:r>
              <a:rPr lang="en-US" sz="2000" b="1" i="0" u="none" strike="noStrike" cap="none">
                <a:solidFill>
                  <a:schemeClr val="dk1"/>
                </a:solidFill>
                <a:latin typeface="Times New Roman"/>
                <a:ea typeface="Times New Roman"/>
                <a:cs typeface="Times New Roman"/>
                <a:sym typeface="Times New Roman"/>
              </a:rPr>
              <a:t>                           </a:t>
            </a:r>
            <a:endParaRPr sz="2700" b="0" i="0" u="none" strike="noStrike" cap="none">
              <a:solidFill>
                <a:srgbClr val="000000"/>
              </a:solidFill>
              <a:latin typeface="Arial"/>
              <a:ea typeface="Arial"/>
              <a:cs typeface="Arial"/>
              <a:sym typeface="Arial"/>
            </a:endParaRPr>
          </a:p>
        </p:txBody>
      </p:sp>
      <p:pic>
        <p:nvPicPr>
          <p:cNvPr id="119" name="Google Shape;119;g2c2692669a5_0_10" descr="Google Shape;238;g2476a7b157a_2_19"/>
          <p:cNvPicPr preferRelativeResize="0"/>
          <p:nvPr/>
        </p:nvPicPr>
        <p:blipFill rotWithShape="1">
          <a:blip r:embed="rId3">
            <a:alphaModFix/>
          </a:blip>
          <a:srcRect/>
          <a:stretch/>
        </p:blipFill>
        <p:spPr>
          <a:xfrm>
            <a:off x="66875" y="125802"/>
            <a:ext cx="1219201" cy="1144589"/>
          </a:xfrm>
          <a:prstGeom prst="rect">
            <a:avLst/>
          </a:prstGeom>
          <a:noFill/>
          <a:ln>
            <a:noFill/>
          </a:ln>
        </p:spPr>
      </p:pic>
      <p:sp>
        <p:nvSpPr>
          <p:cNvPr id="120" name="Google Shape;120;g2c2692669a5_0_10"/>
          <p:cNvSpPr txBox="1"/>
          <p:nvPr/>
        </p:nvSpPr>
        <p:spPr>
          <a:xfrm>
            <a:off x="1347301" y="272795"/>
            <a:ext cx="10659000" cy="1108200"/>
          </a:xfrm>
          <a:prstGeom prst="rect">
            <a:avLst/>
          </a:prstGeom>
          <a:noFill/>
          <a:ln>
            <a:noFill/>
          </a:ln>
        </p:spPr>
        <p:txBody>
          <a:bodyPr spcFirstLastPara="1" wrap="square" lIns="45675" tIns="45675" rIns="45675" bIns="45675" anchor="t" anchorCtr="0">
            <a:spAutoFit/>
          </a:bodyPr>
          <a:lstStyle/>
          <a:p>
            <a:pPr marL="0" marR="0" lvl="0" indent="0" algn="ctr" rtl="0">
              <a:lnSpc>
                <a:spcPct val="100000"/>
              </a:lnSpc>
              <a:spcBef>
                <a:spcPts val="0"/>
              </a:spcBef>
              <a:spcAft>
                <a:spcPts val="0"/>
              </a:spcAft>
              <a:buClr>
                <a:srgbClr val="000000"/>
              </a:buClr>
              <a:buSzPts val="2200"/>
              <a:buFont typeface="Arial Rounded"/>
              <a:buNone/>
            </a:pPr>
            <a:r>
              <a:rPr lang="en-US" sz="2200" b="1" i="0" u="none" strike="noStrike" cap="none" dirty="0">
                <a:solidFill>
                  <a:srgbClr val="000000"/>
                </a:solidFill>
                <a:latin typeface="Arial Rounded"/>
                <a:ea typeface="Arial Rounded"/>
                <a:cs typeface="Arial Rounded"/>
                <a:sym typeface="Arial Rounded"/>
              </a:rPr>
              <a:t>GOKARAJU RANGARAJU INSTITUTE OF ENGINEERING AND TECHNOLOGY</a:t>
            </a:r>
            <a:endParaRPr sz="1400" b="0"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Rounded"/>
              <a:buNone/>
            </a:pPr>
            <a:r>
              <a:rPr lang="en-US" sz="2200" b="1" i="0" u="none" strike="noStrike" cap="none" dirty="0">
                <a:solidFill>
                  <a:srgbClr val="000000"/>
                </a:solidFill>
                <a:latin typeface="Arial Rounded"/>
                <a:ea typeface="Arial Rounded"/>
                <a:cs typeface="Arial Rounded"/>
                <a:sym typeface="Arial Rounded"/>
              </a:rPr>
              <a:t>Department of Computer Science and Engineering</a:t>
            </a:r>
            <a:endParaRPr sz="1400" b="0"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Clr>
                <a:schemeClr val="dk1"/>
              </a:buClr>
              <a:buSzPts val="2200"/>
              <a:buFont typeface="Arial Rounded"/>
              <a:buNone/>
            </a:pPr>
            <a:r>
              <a:rPr lang="en-US" sz="2200" b="1" i="0" u="none" strike="noStrike" cap="none" dirty="0">
                <a:solidFill>
                  <a:schemeClr val="dk1"/>
                </a:solidFill>
                <a:latin typeface="Arial Rounded"/>
                <a:ea typeface="Arial Rounded"/>
                <a:cs typeface="Arial Rounded"/>
                <a:sym typeface="Arial Rounded"/>
              </a:rPr>
              <a:t>MAJOR Project Phase-II Review-</a:t>
            </a:r>
            <a:r>
              <a:rPr lang="en-US" sz="2200" b="1" dirty="0">
                <a:solidFill>
                  <a:schemeClr val="dk1"/>
                </a:solidFill>
                <a:latin typeface="Arial Rounded"/>
                <a:ea typeface="Arial Rounded"/>
                <a:cs typeface="Arial Rounded"/>
                <a:sym typeface="Arial Rounded"/>
              </a:rPr>
              <a:t>2</a:t>
            </a:r>
            <a:endParaRPr sz="1400" b="0" i="0" u="none" strike="noStrike" cap="none" dirty="0">
              <a:solidFill>
                <a:srgbClr val="000000"/>
              </a:solidFill>
              <a:latin typeface="Arial"/>
              <a:ea typeface="Arial"/>
              <a:cs typeface="Arial"/>
              <a:sym typeface="Arial"/>
            </a:endParaRPr>
          </a:p>
        </p:txBody>
      </p:sp>
      <p:sp>
        <p:nvSpPr>
          <p:cNvPr id="121" name="Google Shape;121;g2c2692669a5_0_10"/>
          <p:cNvSpPr txBox="1"/>
          <p:nvPr/>
        </p:nvSpPr>
        <p:spPr>
          <a:xfrm>
            <a:off x="185699" y="1043099"/>
            <a:ext cx="11399400" cy="523200"/>
          </a:xfrm>
          <a:prstGeom prst="rect">
            <a:avLst/>
          </a:prstGeom>
          <a:noFill/>
          <a:ln>
            <a:noFill/>
          </a:ln>
        </p:spPr>
        <p:txBody>
          <a:bodyPr spcFirstLastPara="1" wrap="square" lIns="45675" tIns="45675" rIns="45675" bIns="45675" anchor="t" anchorCtr="0">
            <a:spAutoFit/>
          </a:bodyPr>
          <a:lstStyle/>
          <a:p>
            <a:pPr marL="0" marR="0" lvl="0" indent="0" algn="l" rtl="0">
              <a:lnSpc>
                <a:spcPct val="115000"/>
              </a:lnSpc>
              <a:spcBef>
                <a:spcPts val="0"/>
              </a:spcBef>
              <a:spcAft>
                <a:spcPts val="0"/>
              </a:spcAft>
              <a:buClr>
                <a:schemeClr val="dk1"/>
              </a:buClr>
              <a:buSzPts val="1100"/>
              <a:buFont typeface="Arial"/>
              <a:buNone/>
            </a:pPr>
            <a:r>
              <a:rPr lang="en-US" sz="2800" b="1">
                <a:solidFill>
                  <a:schemeClr val="dk1"/>
                </a:solidFill>
                <a:latin typeface="Times New Roman"/>
                <a:ea typeface="Times New Roman"/>
                <a:cs typeface="Times New Roman"/>
                <a:sym typeface="Times New Roman"/>
              </a:rPr>
              <a:t>Experimentation</a:t>
            </a:r>
            <a:endParaRPr sz="2800" b="1" i="0" u="none" strike="noStrike" cap="none">
              <a:solidFill>
                <a:srgbClr val="000000"/>
              </a:solidFill>
              <a:latin typeface="Times New Roman"/>
              <a:ea typeface="Times New Roman"/>
              <a:cs typeface="Times New Roman"/>
              <a:sym typeface="Times New Roman"/>
            </a:endParaRPr>
          </a:p>
        </p:txBody>
      </p:sp>
      <p:sp>
        <p:nvSpPr>
          <p:cNvPr id="122" name="Google Shape;122;g2c2692669a5_0_10"/>
          <p:cNvSpPr txBox="1">
            <a:spLocks noGrp="1"/>
          </p:cNvSpPr>
          <p:nvPr>
            <p:ph type="sldNum" idx="12"/>
          </p:nvPr>
        </p:nvSpPr>
        <p:spPr>
          <a:xfrm>
            <a:off x="11095216" y="6414769"/>
            <a:ext cx="258600" cy="276900"/>
          </a:xfrm>
          <a:prstGeom prst="rect">
            <a:avLst/>
          </a:prstGeom>
          <a:noFill/>
          <a:ln>
            <a:noFill/>
          </a:ln>
        </p:spPr>
        <p:txBody>
          <a:bodyPr spcFirstLastPara="1" wrap="square" lIns="45675" tIns="45675" rIns="45675" bIns="45675" anchor="ctr" anchorCtr="0">
            <a:spAutoFit/>
          </a:bodyPr>
          <a:lstStyle/>
          <a:p>
            <a:pPr marL="0" lvl="0" indent="0" algn="r" rtl="0">
              <a:lnSpc>
                <a:spcPct val="100000"/>
              </a:lnSpc>
              <a:spcBef>
                <a:spcPts val="0"/>
              </a:spcBef>
              <a:spcAft>
                <a:spcPts val="0"/>
              </a:spcAft>
              <a:buClr>
                <a:srgbClr val="888888"/>
              </a:buClr>
              <a:buSzPts val="1200"/>
              <a:buFont typeface="Calibri"/>
              <a:buNone/>
            </a:pPr>
            <a:fld id="{00000000-1234-1234-1234-123412341234}" type="slidenum">
              <a:rPr lang="en-US" sz="1200">
                <a:solidFill>
                  <a:srgbClr val="888888"/>
                </a:solidFill>
                <a:latin typeface="Calibri"/>
                <a:ea typeface="Calibri"/>
                <a:cs typeface="Calibri"/>
                <a:sym typeface="Calibri"/>
              </a:rPr>
              <a:t>7</a:t>
            </a:fld>
            <a:endParaRPr/>
          </a:p>
        </p:txBody>
      </p:sp>
      <p:pic>
        <p:nvPicPr>
          <p:cNvPr id="123" name="Google Shape;123;g2c2692669a5_0_10"/>
          <p:cNvPicPr preferRelativeResize="0"/>
          <p:nvPr/>
        </p:nvPicPr>
        <p:blipFill>
          <a:blip r:embed="rId4">
            <a:alphaModFix/>
          </a:blip>
          <a:stretch>
            <a:fillRect/>
          </a:stretch>
        </p:blipFill>
        <p:spPr>
          <a:xfrm>
            <a:off x="325300" y="1636800"/>
            <a:ext cx="5107250" cy="4638175"/>
          </a:xfrm>
          <a:prstGeom prst="rect">
            <a:avLst/>
          </a:prstGeom>
          <a:noFill/>
          <a:ln>
            <a:noFill/>
          </a:ln>
        </p:spPr>
      </p:pic>
      <p:pic>
        <p:nvPicPr>
          <p:cNvPr id="124" name="Google Shape;124;g2c2692669a5_0_10"/>
          <p:cNvPicPr preferRelativeResize="0"/>
          <p:nvPr/>
        </p:nvPicPr>
        <p:blipFill>
          <a:blip r:embed="rId5">
            <a:alphaModFix/>
          </a:blip>
          <a:stretch>
            <a:fillRect/>
          </a:stretch>
        </p:blipFill>
        <p:spPr>
          <a:xfrm>
            <a:off x="6023225" y="1493425"/>
            <a:ext cx="5181600" cy="4781550"/>
          </a:xfrm>
          <a:prstGeom prst="rect">
            <a:avLst/>
          </a:prstGeom>
          <a:noFill/>
          <a:ln>
            <a:noFill/>
          </a:ln>
        </p:spPr>
      </p:pic>
      <p:sp>
        <p:nvSpPr>
          <p:cNvPr id="125" name="Google Shape;125;g2c2692669a5_0_10"/>
          <p:cNvSpPr txBox="1"/>
          <p:nvPr/>
        </p:nvSpPr>
        <p:spPr>
          <a:xfrm>
            <a:off x="1777025" y="6200500"/>
            <a:ext cx="3566700" cy="415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300" b="1">
                <a:latin typeface="Times New Roman"/>
                <a:ea typeface="Times New Roman"/>
                <a:cs typeface="Times New Roman"/>
                <a:sym typeface="Times New Roman"/>
              </a:rPr>
              <a:t>Fig 5: CRNN</a:t>
            </a:r>
            <a:endParaRPr sz="2300" b="1">
              <a:latin typeface="Times New Roman"/>
              <a:ea typeface="Times New Roman"/>
              <a:cs typeface="Times New Roman"/>
              <a:sym typeface="Times New Roman"/>
            </a:endParaRPr>
          </a:p>
        </p:txBody>
      </p:sp>
      <p:sp>
        <p:nvSpPr>
          <p:cNvPr id="126" name="Google Shape;126;g2c2692669a5_0_10"/>
          <p:cNvSpPr txBox="1"/>
          <p:nvPr/>
        </p:nvSpPr>
        <p:spPr>
          <a:xfrm>
            <a:off x="7701850" y="6274975"/>
            <a:ext cx="2276400" cy="415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300" b="1">
                <a:latin typeface="Times New Roman"/>
                <a:ea typeface="Times New Roman"/>
                <a:cs typeface="Times New Roman"/>
                <a:sym typeface="Times New Roman"/>
              </a:rPr>
              <a:t>Fig 6: CRNN</a:t>
            </a:r>
            <a:endParaRPr sz="2300" b="1">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g26ba4dd4811_1_7"/>
          <p:cNvSpPr txBox="1">
            <a:spLocks noGrp="1"/>
          </p:cNvSpPr>
          <p:nvPr>
            <p:ph type="ctrTitle" idx="4294967295"/>
          </p:nvPr>
        </p:nvSpPr>
        <p:spPr>
          <a:xfrm>
            <a:off x="160125" y="1392519"/>
            <a:ext cx="11969700" cy="5361300"/>
          </a:xfrm>
          <a:prstGeom prst="rect">
            <a:avLst/>
          </a:prstGeom>
          <a:noFill/>
          <a:ln>
            <a:noFill/>
          </a:ln>
        </p:spPr>
        <p:txBody>
          <a:bodyPr spcFirstLastPara="1" wrap="square" lIns="45675" tIns="45675" rIns="45675" bIns="45675" anchor="t" anchorCtr="0">
            <a:normAutofit/>
          </a:bodyPr>
          <a:lstStyle/>
          <a:p>
            <a:pPr marL="0" marR="0" lvl="0" indent="0" algn="l" rtl="0">
              <a:lnSpc>
                <a:spcPct val="90000"/>
              </a:lnSpc>
              <a:spcBef>
                <a:spcPts val="0"/>
              </a:spcBef>
              <a:spcAft>
                <a:spcPts val="0"/>
              </a:spcAft>
              <a:buClr>
                <a:srgbClr val="000000"/>
              </a:buClr>
              <a:buSzPts val="2700"/>
              <a:buFont typeface="Arial"/>
              <a:buNone/>
            </a:pPr>
            <a:br>
              <a:rPr lang="en-US" sz="2700" b="0" i="0" u="none" strike="noStrike" cap="none">
                <a:solidFill>
                  <a:srgbClr val="000000"/>
                </a:solidFill>
                <a:latin typeface="Arial"/>
                <a:ea typeface="Arial"/>
                <a:cs typeface="Arial"/>
                <a:sym typeface="Arial"/>
              </a:rPr>
            </a:br>
            <a:r>
              <a:rPr lang="en-US" sz="2700" b="0" i="0" u="none" strike="noStrike" cap="none">
                <a:solidFill>
                  <a:srgbClr val="000000"/>
                </a:solidFill>
                <a:latin typeface="Arial"/>
                <a:ea typeface="Arial"/>
                <a:cs typeface="Arial"/>
                <a:sym typeface="Arial"/>
              </a:rPr>
              <a:t> </a:t>
            </a:r>
            <a:endParaRPr sz="2700" b="0" i="0" u="none" strike="noStrike" cap="none">
              <a:solidFill>
                <a:srgbClr val="000000"/>
              </a:solidFill>
              <a:latin typeface="Arial"/>
              <a:ea typeface="Arial"/>
              <a:cs typeface="Arial"/>
              <a:sym typeface="Arial"/>
            </a:endParaRPr>
          </a:p>
          <a:p>
            <a:pPr marL="0" marR="0" lvl="0" indent="0" algn="l" rtl="0">
              <a:lnSpc>
                <a:spcPct val="90000"/>
              </a:lnSpc>
              <a:spcBef>
                <a:spcPts val="0"/>
              </a:spcBef>
              <a:spcAft>
                <a:spcPts val="0"/>
              </a:spcAft>
              <a:buClr>
                <a:srgbClr val="000000"/>
              </a:buClr>
              <a:buSzPts val="2700"/>
              <a:buFont typeface="Arial"/>
              <a:buNone/>
            </a:pPr>
            <a:endParaRPr sz="2700" b="0" i="0" u="none" strike="noStrike" cap="none">
              <a:solidFill>
                <a:srgbClr val="000000"/>
              </a:solidFill>
              <a:latin typeface="Arial"/>
              <a:ea typeface="Arial"/>
              <a:cs typeface="Arial"/>
              <a:sym typeface="Arial"/>
            </a:endParaRPr>
          </a:p>
          <a:p>
            <a:pPr marL="0" marR="0" lvl="0" indent="0" algn="l" rtl="0">
              <a:lnSpc>
                <a:spcPct val="90000"/>
              </a:lnSpc>
              <a:spcBef>
                <a:spcPts val="0"/>
              </a:spcBef>
              <a:spcAft>
                <a:spcPts val="0"/>
              </a:spcAft>
              <a:buClr>
                <a:srgbClr val="000000"/>
              </a:buClr>
              <a:buSzPts val="2700"/>
              <a:buFont typeface="Arial"/>
              <a:buNone/>
            </a:pPr>
            <a:endParaRPr sz="2700" b="0" i="0" u="none" strike="noStrike" cap="none">
              <a:solidFill>
                <a:srgbClr val="000000"/>
              </a:solidFill>
              <a:latin typeface="Arial"/>
              <a:ea typeface="Arial"/>
              <a:cs typeface="Arial"/>
              <a:sym typeface="Arial"/>
            </a:endParaRPr>
          </a:p>
          <a:p>
            <a:pPr marL="0" marR="0" lvl="0" indent="0" algn="l" rtl="0">
              <a:lnSpc>
                <a:spcPct val="90000"/>
              </a:lnSpc>
              <a:spcBef>
                <a:spcPts val="0"/>
              </a:spcBef>
              <a:spcAft>
                <a:spcPts val="0"/>
              </a:spcAft>
              <a:buClr>
                <a:srgbClr val="000000"/>
              </a:buClr>
              <a:buSzPts val="2700"/>
              <a:buFont typeface="Arial"/>
              <a:buNone/>
            </a:pPr>
            <a:endParaRPr sz="2700" b="0" i="0" u="none" strike="noStrike" cap="none">
              <a:solidFill>
                <a:srgbClr val="000000"/>
              </a:solidFill>
              <a:latin typeface="Arial"/>
              <a:ea typeface="Arial"/>
              <a:cs typeface="Arial"/>
              <a:sym typeface="Arial"/>
            </a:endParaRPr>
          </a:p>
          <a:p>
            <a:pPr marL="0" marR="0" lvl="0" indent="0" algn="l" rtl="0">
              <a:lnSpc>
                <a:spcPct val="90000"/>
              </a:lnSpc>
              <a:spcBef>
                <a:spcPts val="0"/>
              </a:spcBef>
              <a:spcAft>
                <a:spcPts val="0"/>
              </a:spcAft>
              <a:buClr>
                <a:srgbClr val="000000"/>
              </a:buClr>
              <a:buSzPts val="2700"/>
              <a:buFont typeface="Arial"/>
              <a:buNone/>
            </a:pPr>
            <a:endParaRPr sz="2700" b="0" i="0" u="none" strike="noStrike" cap="none">
              <a:solidFill>
                <a:srgbClr val="000000"/>
              </a:solidFill>
              <a:latin typeface="Arial"/>
              <a:ea typeface="Arial"/>
              <a:cs typeface="Arial"/>
              <a:sym typeface="Arial"/>
            </a:endParaRPr>
          </a:p>
          <a:p>
            <a:pPr marL="0" marR="0" lvl="0" indent="0" algn="l" rtl="0">
              <a:lnSpc>
                <a:spcPct val="90000"/>
              </a:lnSpc>
              <a:spcBef>
                <a:spcPts val="0"/>
              </a:spcBef>
              <a:spcAft>
                <a:spcPts val="0"/>
              </a:spcAft>
              <a:buClr>
                <a:srgbClr val="000000"/>
              </a:buClr>
              <a:buSzPts val="2700"/>
              <a:buFont typeface="Arial"/>
              <a:buNone/>
            </a:pPr>
            <a:endParaRPr sz="2700" b="0" i="0" u="none" strike="noStrike" cap="none">
              <a:solidFill>
                <a:srgbClr val="000000"/>
              </a:solidFill>
              <a:latin typeface="Arial"/>
              <a:ea typeface="Arial"/>
              <a:cs typeface="Arial"/>
              <a:sym typeface="Arial"/>
            </a:endParaRPr>
          </a:p>
          <a:p>
            <a:pPr marL="0" marR="0" lvl="0" indent="0" algn="l" rtl="0">
              <a:lnSpc>
                <a:spcPct val="90000"/>
              </a:lnSpc>
              <a:spcBef>
                <a:spcPts val="0"/>
              </a:spcBef>
              <a:spcAft>
                <a:spcPts val="0"/>
              </a:spcAft>
              <a:buClr>
                <a:srgbClr val="000000"/>
              </a:buClr>
              <a:buSzPts val="2700"/>
              <a:buFont typeface="Arial"/>
              <a:buNone/>
            </a:pPr>
            <a:endParaRPr sz="2700" b="0" i="0" u="none" strike="noStrike" cap="none">
              <a:solidFill>
                <a:srgbClr val="000000"/>
              </a:solidFill>
              <a:latin typeface="Arial"/>
              <a:ea typeface="Arial"/>
              <a:cs typeface="Arial"/>
              <a:sym typeface="Arial"/>
            </a:endParaRPr>
          </a:p>
          <a:p>
            <a:pPr marL="0" marR="0" lvl="0" indent="0" algn="l" rtl="0">
              <a:lnSpc>
                <a:spcPct val="90000"/>
              </a:lnSpc>
              <a:spcBef>
                <a:spcPts val="0"/>
              </a:spcBef>
              <a:spcAft>
                <a:spcPts val="0"/>
              </a:spcAft>
              <a:buClr>
                <a:srgbClr val="000000"/>
              </a:buClr>
              <a:buSzPts val="2700"/>
              <a:buFont typeface="Arial"/>
              <a:buNone/>
            </a:pPr>
            <a:endParaRPr sz="2700" b="0" i="0" u="none" strike="noStrike" cap="none">
              <a:solidFill>
                <a:srgbClr val="000000"/>
              </a:solidFill>
              <a:latin typeface="Arial"/>
              <a:ea typeface="Arial"/>
              <a:cs typeface="Arial"/>
              <a:sym typeface="Arial"/>
            </a:endParaRPr>
          </a:p>
          <a:p>
            <a:pPr marL="0" marR="0" lvl="0" indent="0" algn="l" rtl="0">
              <a:lnSpc>
                <a:spcPct val="90000"/>
              </a:lnSpc>
              <a:spcBef>
                <a:spcPts val="0"/>
              </a:spcBef>
              <a:spcAft>
                <a:spcPts val="0"/>
              </a:spcAft>
              <a:buClr>
                <a:srgbClr val="000000"/>
              </a:buClr>
              <a:buSzPts val="2700"/>
              <a:buFont typeface="Arial"/>
              <a:buNone/>
            </a:pPr>
            <a:endParaRPr sz="2700" b="0" i="0" u="none" strike="noStrike" cap="none">
              <a:solidFill>
                <a:srgbClr val="000000"/>
              </a:solidFill>
              <a:latin typeface="Arial"/>
              <a:ea typeface="Arial"/>
              <a:cs typeface="Arial"/>
              <a:sym typeface="Arial"/>
            </a:endParaRPr>
          </a:p>
          <a:p>
            <a:pPr marL="0" marR="0" lvl="0" indent="0" algn="l" rtl="0">
              <a:lnSpc>
                <a:spcPct val="90000"/>
              </a:lnSpc>
              <a:spcBef>
                <a:spcPts val="0"/>
              </a:spcBef>
              <a:spcAft>
                <a:spcPts val="0"/>
              </a:spcAft>
              <a:buClr>
                <a:srgbClr val="000000"/>
              </a:buClr>
              <a:buSzPts val="2700"/>
              <a:buFont typeface="Arial"/>
              <a:buNone/>
            </a:pPr>
            <a:endParaRPr sz="2700" b="0" i="0" u="none" strike="noStrike" cap="none">
              <a:solidFill>
                <a:srgbClr val="000000"/>
              </a:solidFill>
              <a:latin typeface="Arial"/>
              <a:ea typeface="Arial"/>
              <a:cs typeface="Arial"/>
              <a:sym typeface="Arial"/>
            </a:endParaRPr>
          </a:p>
          <a:p>
            <a:pPr marL="0" marR="0" lvl="0" indent="0" algn="l" rtl="0">
              <a:lnSpc>
                <a:spcPct val="90000"/>
              </a:lnSpc>
              <a:spcBef>
                <a:spcPts val="0"/>
              </a:spcBef>
              <a:spcAft>
                <a:spcPts val="0"/>
              </a:spcAft>
              <a:buClr>
                <a:srgbClr val="000000"/>
              </a:buClr>
              <a:buSzPts val="2700"/>
              <a:buFont typeface="Arial"/>
              <a:buNone/>
            </a:pPr>
            <a:endParaRPr sz="2700" b="0" i="0" u="none" strike="noStrike" cap="none">
              <a:solidFill>
                <a:srgbClr val="000000"/>
              </a:solidFill>
              <a:latin typeface="Arial"/>
              <a:ea typeface="Arial"/>
              <a:cs typeface="Arial"/>
              <a:sym typeface="Arial"/>
            </a:endParaRPr>
          </a:p>
          <a:p>
            <a:pPr marL="0" marR="0" lvl="0" indent="0" algn="l" rtl="0">
              <a:lnSpc>
                <a:spcPct val="90000"/>
              </a:lnSpc>
              <a:spcBef>
                <a:spcPts val="0"/>
              </a:spcBef>
              <a:spcAft>
                <a:spcPts val="0"/>
              </a:spcAft>
              <a:buClr>
                <a:srgbClr val="000000"/>
              </a:buClr>
              <a:buSzPts val="2700"/>
              <a:buFont typeface="Arial"/>
              <a:buNone/>
            </a:pPr>
            <a:endParaRPr sz="2700" b="0" i="0" u="none" strike="noStrike" cap="none">
              <a:solidFill>
                <a:srgbClr val="000000"/>
              </a:solidFill>
              <a:latin typeface="Arial"/>
              <a:ea typeface="Arial"/>
              <a:cs typeface="Arial"/>
              <a:sym typeface="Arial"/>
            </a:endParaRPr>
          </a:p>
          <a:p>
            <a:pPr marL="0" marR="0" lvl="0" indent="0" algn="l" rtl="0">
              <a:lnSpc>
                <a:spcPct val="90000"/>
              </a:lnSpc>
              <a:spcBef>
                <a:spcPts val="0"/>
              </a:spcBef>
              <a:spcAft>
                <a:spcPts val="0"/>
              </a:spcAft>
              <a:buClr>
                <a:schemeClr val="dk1"/>
              </a:buClr>
              <a:buSzPts val="2700"/>
              <a:buFont typeface="Arial"/>
              <a:buNone/>
            </a:pPr>
            <a:r>
              <a:rPr lang="en-US" sz="2000" b="1" i="0" u="none" strike="noStrike" cap="none">
                <a:solidFill>
                  <a:schemeClr val="dk1"/>
                </a:solidFill>
                <a:latin typeface="Times New Roman"/>
                <a:ea typeface="Times New Roman"/>
                <a:cs typeface="Times New Roman"/>
                <a:sym typeface="Times New Roman"/>
              </a:rPr>
              <a:t>                           </a:t>
            </a:r>
            <a:endParaRPr sz="2700" b="0" i="0" u="none" strike="noStrike" cap="none">
              <a:solidFill>
                <a:srgbClr val="000000"/>
              </a:solidFill>
              <a:latin typeface="Arial"/>
              <a:ea typeface="Arial"/>
              <a:cs typeface="Arial"/>
              <a:sym typeface="Arial"/>
            </a:endParaRPr>
          </a:p>
        </p:txBody>
      </p:sp>
      <p:pic>
        <p:nvPicPr>
          <p:cNvPr id="132" name="Google Shape;132;g26ba4dd4811_1_7" descr="Google Shape;238;g2476a7b157a_2_19"/>
          <p:cNvPicPr preferRelativeResize="0"/>
          <p:nvPr/>
        </p:nvPicPr>
        <p:blipFill rotWithShape="1">
          <a:blip r:embed="rId3">
            <a:alphaModFix/>
          </a:blip>
          <a:srcRect/>
          <a:stretch/>
        </p:blipFill>
        <p:spPr>
          <a:xfrm>
            <a:off x="112598" y="247929"/>
            <a:ext cx="1219201" cy="1144589"/>
          </a:xfrm>
          <a:prstGeom prst="rect">
            <a:avLst/>
          </a:prstGeom>
          <a:noFill/>
          <a:ln>
            <a:noFill/>
          </a:ln>
        </p:spPr>
      </p:pic>
      <p:sp>
        <p:nvSpPr>
          <p:cNvPr id="133" name="Google Shape;133;g26ba4dd4811_1_7"/>
          <p:cNvSpPr txBox="1"/>
          <p:nvPr/>
        </p:nvSpPr>
        <p:spPr>
          <a:xfrm>
            <a:off x="1379326" y="405034"/>
            <a:ext cx="10659000" cy="1108200"/>
          </a:xfrm>
          <a:prstGeom prst="rect">
            <a:avLst/>
          </a:prstGeom>
          <a:noFill/>
          <a:ln>
            <a:noFill/>
          </a:ln>
        </p:spPr>
        <p:txBody>
          <a:bodyPr spcFirstLastPara="1" wrap="square" lIns="45675" tIns="45675" rIns="45675" bIns="45675" anchor="t" anchorCtr="0">
            <a:spAutoFit/>
          </a:bodyPr>
          <a:lstStyle/>
          <a:p>
            <a:pPr marL="0" marR="0" lvl="0" indent="0" algn="ctr" rtl="0">
              <a:lnSpc>
                <a:spcPct val="100000"/>
              </a:lnSpc>
              <a:spcBef>
                <a:spcPts val="0"/>
              </a:spcBef>
              <a:spcAft>
                <a:spcPts val="0"/>
              </a:spcAft>
              <a:buClr>
                <a:srgbClr val="000000"/>
              </a:buClr>
              <a:buSzPts val="2200"/>
              <a:buFont typeface="Arial Rounded"/>
              <a:buNone/>
            </a:pPr>
            <a:r>
              <a:rPr lang="en-US" sz="2200" b="1" i="0" u="none" strike="noStrike" cap="none" dirty="0">
                <a:solidFill>
                  <a:srgbClr val="000000"/>
                </a:solidFill>
                <a:latin typeface="Arial Rounded"/>
                <a:ea typeface="Arial Rounded"/>
                <a:cs typeface="Arial Rounded"/>
                <a:sym typeface="Arial Rounded"/>
              </a:rPr>
              <a:t>GOKARAJU RANGARAJU INSTITUTE OF ENGINEERING AND TECHNOLOGY</a:t>
            </a:r>
            <a:endParaRPr sz="1400" b="0"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Rounded"/>
              <a:buNone/>
            </a:pPr>
            <a:r>
              <a:rPr lang="en-US" sz="2200" b="1" i="0" u="none" strike="noStrike" cap="none" dirty="0">
                <a:solidFill>
                  <a:srgbClr val="000000"/>
                </a:solidFill>
                <a:latin typeface="Arial Rounded"/>
                <a:ea typeface="Arial Rounded"/>
                <a:cs typeface="Arial Rounded"/>
                <a:sym typeface="Arial Rounded"/>
              </a:rPr>
              <a:t>Department of Computer Science and Engineering</a:t>
            </a:r>
            <a:endParaRPr sz="1400" b="0"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Clr>
                <a:schemeClr val="dk1"/>
              </a:buClr>
              <a:buSzPts val="2200"/>
              <a:buFont typeface="Arial Rounded"/>
              <a:buNone/>
            </a:pPr>
            <a:r>
              <a:rPr lang="en-US" sz="2200" b="1" i="0" u="none" strike="noStrike" cap="none" dirty="0">
                <a:solidFill>
                  <a:schemeClr val="dk1"/>
                </a:solidFill>
                <a:latin typeface="Arial Rounded"/>
                <a:ea typeface="Arial Rounded"/>
                <a:cs typeface="Arial Rounded"/>
                <a:sym typeface="Arial Rounded"/>
              </a:rPr>
              <a:t>MAJOR Project Phase-II Review-</a:t>
            </a:r>
            <a:r>
              <a:rPr lang="en-US" sz="2200" b="1" dirty="0">
                <a:solidFill>
                  <a:schemeClr val="dk1"/>
                </a:solidFill>
                <a:latin typeface="Arial Rounded"/>
                <a:ea typeface="Arial Rounded"/>
                <a:cs typeface="Arial Rounded"/>
                <a:sym typeface="Arial Rounded"/>
              </a:rPr>
              <a:t>2</a:t>
            </a:r>
            <a:endParaRPr sz="1400" b="0" i="0" u="none" strike="noStrike" cap="none" dirty="0">
              <a:solidFill>
                <a:srgbClr val="000000"/>
              </a:solidFill>
              <a:latin typeface="Arial"/>
              <a:ea typeface="Arial"/>
              <a:cs typeface="Arial"/>
              <a:sym typeface="Arial"/>
            </a:endParaRPr>
          </a:p>
        </p:txBody>
      </p:sp>
      <p:sp>
        <p:nvSpPr>
          <p:cNvPr id="134" name="Google Shape;134;g26ba4dd4811_1_7"/>
          <p:cNvSpPr txBox="1"/>
          <p:nvPr/>
        </p:nvSpPr>
        <p:spPr>
          <a:xfrm>
            <a:off x="229174" y="1275574"/>
            <a:ext cx="11399400" cy="523200"/>
          </a:xfrm>
          <a:prstGeom prst="rect">
            <a:avLst/>
          </a:prstGeom>
          <a:noFill/>
          <a:ln>
            <a:noFill/>
          </a:ln>
        </p:spPr>
        <p:txBody>
          <a:bodyPr spcFirstLastPara="1" wrap="square" lIns="45675" tIns="45675" rIns="45675" bIns="45675" anchor="t" anchorCtr="0">
            <a:spAutoFit/>
          </a:bodyPr>
          <a:lstStyle/>
          <a:p>
            <a:pPr marL="0" marR="0" lvl="0" indent="0" algn="l" rtl="0">
              <a:lnSpc>
                <a:spcPct val="115000"/>
              </a:lnSpc>
              <a:spcBef>
                <a:spcPts val="0"/>
              </a:spcBef>
              <a:spcAft>
                <a:spcPts val="0"/>
              </a:spcAft>
              <a:buClr>
                <a:schemeClr val="dk1"/>
              </a:buClr>
              <a:buSzPts val="1100"/>
              <a:buFont typeface="Arial"/>
              <a:buNone/>
            </a:pPr>
            <a:r>
              <a:rPr lang="en-US" sz="2800" b="1">
                <a:solidFill>
                  <a:schemeClr val="dk1"/>
                </a:solidFill>
                <a:latin typeface="Times New Roman"/>
                <a:ea typeface="Times New Roman"/>
                <a:cs typeface="Times New Roman"/>
                <a:sym typeface="Times New Roman"/>
              </a:rPr>
              <a:t>Experimentation</a:t>
            </a:r>
            <a:endParaRPr sz="2800" b="1" i="0" u="none" strike="noStrike" cap="none">
              <a:solidFill>
                <a:srgbClr val="000000"/>
              </a:solidFill>
              <a:latin typeface="Times New Roman"/>
              <a:ea typeface="Times New Roman"/>
              <a:cs typeface="Times New Roman"/>
              <a:sym typeface="Times New Roman"/>
            </a:endParaRPr>
          </a:p>
        </p:txBody>
      </p:sp>
      <p:sp>
        <p:nvSpPr>
          <p:cNvPr id="135" name="Google Shape;135;g26ba4dd4811_1_7"/>
          <p:cNvSpPr txBox="1">
            <a:spLocks noGrp="1"/>
          </p:cNvSpPr>
          <p:nvPr>
            <p:ph type="sldNum" idx="12"/>
          </p:nvPr>
        </p:nvSpPr>
        <p:spPr>
          <a:xfrm>
            <a:off x="11095216" y="6414769"/>
            <a:ext cx="258600" cy="276900"/>
          </a:xfrm>
          <a:prstGeom prst="rect">
            <a:avLst/>
          </a:prstGeom>
          <a:noFill/>
          <a:ln>
            <a:noFill/>
          </a:ln>
        </p:spPr>
        <p:txBody>
          <a:bodyPr spcFirstLastPara="1" wrap="square" lIns="45675" tIns="45675" rIns="45675" bIns="45675" anchor="ctr" anchorCtr="0">
            <a:spAutoFit/>
          </a:bodyPr>
          <a:lstStyle/>
          <a:p>
            <a:pPr marL="0" lvl="0" indent="0" algn="r" rtl="0">
              <a:lnSpc>
                <a:spcPct val="100000"/>
              </a:lnSpc>
              <a:spcBef>
                <a:spcPts val="0"/>
              </a:spcBef>
              <a:spcAft>
                <a:spcPts val="0"/>
              </a:spcAft>
              <a:buClr>
                <a:srgbClr val="888888"/>
              </a:buClr>
              <a:buSzPts val="1200"/>
              <a:buFont typeface="Calibri"/>
              <a:buNone/>
            </a:pPr>
            <a:fld id="{00000000-1234-1234-1234-123412341234}" type="slidenum">
              <a:rPr lang="en-US" sz="1200">
                <a:solidFill>
                  <a:srgbClr val="888888"/>
                </a:solidFill>
                <a:latin typeface="Calibri"/>
                <a:ea typeface="Calibri"/>
                <a:cs typeface="Calibri"/>
                <a:sym typeface="Calibri"/>
              </a:rPr>
              <a:t>8</a:t>
            </a:fld>
            <a:endParaRPr/>
          </a:p>
        </p:txBody>
      </p:sp>
      <p:pic>
        <p:nvPicPr>
          <p:cNvPr id="136" name="Google Shape;136;g26ba4dd4811_1_7"/>
          <p:cNvPicPr preferRelativeResize="0"/>
          <p:nvPr/>
        </p:nvPicPr>
        <p:blipFill>
          <a:blip r:embed="rId4">
            <a:alphaModFix/>
          </a:blip>
          <a:stretch>
            <a:fillRect/>
          </a:stretch>
        </p:blipFill>
        <p:spPr>
          <a:xfrm>
            <a:off x="2411650" y="1798775"/>
            <a:ext cx="6826925" cy="4417925"/>
          </a:xfrm>
          <a:prstGeom prst="rect">
            <a:avLst/>
          </a:prstGeom>
          <a:noFill/>
          <a:ln>
            <a:noFill/>
          </a:ln>
        </p:spPr>
      </p:pic>
      <p:sp>
        <p:nvSpPr>
          <p:cNvPr id="137" name="Google Shape;137;g26ba4dd4811_1_7"/>
          <p:cNvSpPr txBox="1"/>
          <p:nvPr/>
        </p:nvSpPr>
        <p:spPr>
          <a:xfrm>
            <a:off x="4760325" y="6343675"/>
            <a:ext cx="2769300" cy="348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300" b="1">
                <a:latin typeface="Times New Roman"/>
                <a:ea typeface="Times New Roman"/>
                <a:cs typeface="Times New Roman"/>
                <a:sym typeface="Times New Roman"/>
              </a:rPr>
              <a:t>Fig 7: Annotation</a:t>
            </a:r>
            <a:endParaRPr sz="2300" b="1">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1"/>
        <p:cNvGrpSpPr/>
        <p:nvPr/>
      </p:nvGrpSpPr>
      <p:grpSpPr>
        <a:xfrm>
          <a:off x="0" y="0"/>
          <a:ext cx="0" cy="0"/>
          <a:chOff x="0" y="0"/>
          <a:chExt cx="0" cy="0"/>
        </a:xfrm>
      </p:grpSpPr>
      <p:sp>
        <p:nvSpPr>
          <p:cNvPr id="142" name="Google Shape;142;g2b3ccc60d3d_1_13"/>
          <p:cNvSpPr txBox="1">
            <a:spLocks noGrp="1"/>
          </p:cNvSpPr>
          <p:nvPr>
            <p:ph type="ctrTitle" idx="4294967295"/>
          </p:nvPr>
        </p:nvSpPr>
        <p:spPr>
          <a:xfrm>
            <a:off x="66675" y="1210944"/>
            <a:ext cx="11969700" cy="5361300"/>
          </a:xfrm>
          <a:prstGeom prst="rect">
            <a:avLst/>
          </a:prstGeom>
          <a:noFill/>
          <a:ln>
            <a:noFill/>
          </a:ln>
        </p:spPr>
        <p:txBody>
          <a:bodyPr spcFirstLastPara="1" wrap="square" lIns="45675" tIns="45675" rIns="45675" bIns="45675" anchor="t" anchorCtr="0">
            <a:normAutofit/>
          </a:bodyPr>
          <a:lstStyle/>
          <a:p>
            <a:pPr marL="0" marR="0" lvl="0" indent="0" algn="l" rtl="0">
              <a:lnSpc>
                <a:spcPct val="90000"/>
              </a:lnSpc>
              <a:spcBef>
                <a:spcPts val="0"/>
              </a:spcBef>
              <a:spcAft>
                <a:spcPts val="0"/>
              </a:spcAft>
              <a:buClr>
                <a:srgbClr val="000000"/>
              </a:buClr>
              <a:buSzPts val="2700"/>
              <a:buFont typeface="Arial"/>
              <a:buNone/>
            </a:pPr>
            <a:br>
              <a:rPr lang="en-US" sz="2700" b="0" i="0" u="none" strike="noStrike" cap="none">
                <a:solidFill>
                  <a:srgbClr val="000000"/>
                </a:solidFill>
                <a:latin typeface="Arial"/>
                <a:ea typeface="Arial"/>
                <a:cs typeface="Arial"/>
                <a:sym typeface="Arial"/>
              </a:rPr>
            </a:br>
            <a:br>
              <a:rPr lang="en-US" sz="2700" b="0" i="0" u="none" strike="noStrike" cap="none">
                <a:solidFill>
                  <a:srgbClr val="000000"/>
                </a:solidFill>
                <a:latin typeface="Arial"/>
                <a:ea typeface="Arial"/>
                <a:cs typeface="Arial"/>
                <a:sym typeface="Arial"/>
              </a:rPr>
            </a:br>
            <a:br>
              <a:rPr lang="en-US" sz="2700" b="0" i="0" u="none" strike="noStrike" cap="none">
                <a:solidFill>
                  <a:srgbClr val="000000"/>
                </a:solidFill>
                <a:latin typeface="Arial"/>
                <a:ea typeface="Arial"/>
                <a:cs typeface="Arial"/>
                <a:sym typeface="Arial"/>
              </a:rPr>
            </a:br>
            <a:br>
              <a:rPr lang="en-US" sz="2700" b="0" i="0" u="none" strike="noStrike" cap="none">
                <a:solidFill>
                  <a:srgbClr val="000000"/>
                </a:solidFill>
                <a:latin typeface="Arial"/>
                <a:ea typeface="Arial"/>
                <a:cs typeface="Arial"/>
                <a:sym typeface="Arial"/>
              </a:rPr>
            </a:br>
            <a:br>
              <a:rPr lang="en-US" sz="2700" b="0" i="0" u="none" strike="noStrike" cap="none">
                <a:solidFill>
                  <a:srgbClr val="000000"/>
                </a:solidFill>
                <a:latin typeface="Arial"/>
                <a:ea typeface="Arial"/>
                <a:cs typeface="Arial"/>
                <a:sym typeface="Arial"/>
              </a:rPr>
            </a:br>
            <a:br>
              <a:rPr lang="en-US" sz="2700" b="0" i="0" u="none" strike="noStrike" cap="none">
                <a:solidFill>
                  <a:srgbClr val="000000"/>
                </a:solidFill>
                <a:latin typeface="Arial"/>
                <a:ea typeface="Arial"/>
                <a:cs typeface="Arial"/>
                <a:sym typeface="Arial"/>
              </a:rPr>
            </a:br>
            <a:br>
              <a:rPr lang="en-US" sz="2700" b="0" i="0" u="none" strike="noStrike" cap="none">
                <a:solidFill>
                  <a:srgbClr val="000000"/>
                </a:solidFill>
                <a:latin typeface="Arial"/>
                <a:ea typeface="Arial"/>
                <a:cs typeface="Arial"/>
                <a:sym typeface="Arial"/>
              </a:rPr>
            </a:br>
            <a:br>
              <a:rPr lang="en-US" sz="2700" b="0" i="0" u="none" strike="noStrike" cap="none">
                <a:solidFill>
                  <a:srgbClr val="000000"/>
                </a:solidFill>
                <a:latin typeface="Arial"/>
                <a:ea typeface="Arial"/>
                <a:cs typeface="Arial"/>
                <a:sym typeface="Arial"/>
              </a:rPr>
            </a:br>
            <a:br>
              <a:rPr lang="en-US" sz="2700" b="0" i="0" u="none" strike="noStrike" cap="none">
                <a:solidFill>
                  <a:srgbClr val="000000"/>
                </a:solidFill>
                <a:latin typeface="Arial"/>
                <a:ea typeface="Arial"/>
                <a:cs typeface="Arial"/>
                <a:sym typeface="Arial"/>
              </a:rPr>
            </a:br>
            <a:br>
              <a:rPr lang="en-US" sz="2700" b="0" i="0" u="none" strike="noStrike" cap="none">
                <a:solidFill>
                  <a:srgbClr val="000000"/>
                </a:solidFill>
                <a:latin typeface="Arial"/>
                <a:ea typeface="Arial"/>
                <a:cs typeface="Arial"/>
                <a:sym typeface="Arial"/>
              </a:rPr>
            </a:br>
            <a:br>
              <a:rPr lang="en-US" sz="2700" b="0" i="0" u="none" strike="noStrike" cap="none">
                <a:solidFill>
                  <a:srgbClr val="000000"/>
                </a:solidFill>
                <a:latin typeface="Arial"/>
                <a:ea typeface="Arial"/>
                <a:cs typeface="Arial"/>
                <a:sym typeface="Arial"/>
              </a:rPr>
            </a:br>
            <a:r>
              <a:rPr lang="en-US" sz="2700" b="0" i="0" u="none" strike="noStrike" cap="none">
                <a:solidFill>
                  <a:srgbClr val="000000"/>
                </a:solidFill>
                <a:latin typeface="Arial"/>
                <a:ea typeface="Arial"/>
                <a:cs typeface="Arial"/>
                <a:sym typeface="Arial"/>
              </a:rPr>
              <a:t>            </a:t>
            </a:r>
            <a:r>
              <a:rPr lang="en-US" sz="2000" b="1" i="0" u="none" strike="noStrike" cap="none">
                <a:solidFill>
                  <a:srgbClr val="000000"/>
                </a:solidFill>
                <a:latin typeface="Times New Roman"/>
                <a:ea typeface="Times New Roman"/>
                <a:cs typeface="Times New Roman"/>
                <a:sym typeface="Times New Roman"/>
              </a:rPr>
              <a:t>Fig </a:t>
            </a:r>
            <a:r>
              <a:rPr lang="en-US" sz="2000" b="1">
                <a:latin typeface="Times New Roman"/>
                <a:ea typeface="Times New Roman"/>
                <a:cs typeface="Times New Roman"/>
                <a:sym typeface="Times New Roman"/>
              </a:rPr>
              <a:t>8</a:t>
            </a:r>
            <a:r>
              <a:rPr lang="en-US" sz="2000" b="1" i="0" u="none" strike="noStrike" cap="none">
                <a:solidFill>
                  <a:srgbClr val="000000"/>
                </a:solidFill>
                <a:latin typeface="Times New Roman"/>
                <a:ea typeface="Times New Roman"/>
                <a:cs typeface="Times New Roman"/>
                <a:sym typeface="Times New Roman"/>
              </a:rPr>
              <a:t>:</a:t>
            </a:r>
            <a:r>
              <a:rPr lang="en-US" sz="2000" b="0" i="0" u="none" strike="noStrike" cap="none">
                <a:solidFill>
                  <a:srgbClr val="000000"/>
                </a:solidFill>
                <a:latin typeface="Arial"/>
                <a:ea typeface="Arial"/>
                <a:cs typeface="Arial"/>
                <a:sym typeface="Arial"/>
              </a:rPr>
              <a:t> </a:t>
            </a:r>
            <a:r>
              <a:rPr lang="en-US" sz="2000" b="1" i="0" u="none" strike="noStrike" cap="none">
                <a:solidFill>
                  <a:srgbClr val="000000"/>
                </a:solidFill>
                <a:latin typeface="Times New Roman"/>
                <a:ea typeface="Times New Roman"/>
                <a:cs typeface="Times New Roman"/>
                <a:sym typeface="Times New Roman"/>
              </a:rPr>
              <a:t>Original Image </a:t>
            </a:r>
            <a:r>
              <a:rPr lang="en-US" sz="2100" b="1" i="0" u="none" strike="noStrike" cap="none">
                <a:solidFill>
                  <a:srgbClr val="000000"/>
                </a:solidFill>
                <a:latin typeface="Times New Roman"/>
                <a:ea typeface="Times New Roman"/>
                <a:cs typeface="Times New Roman"/>
                <a:sym typeface="Times New Roman"/>
              </a:rPr>
              <a:t>            Fig </a:t>
            </a:r>
            <a:r>
              <a:rPr lang="en-US" sz="2100" b="1">
                <a:latin typeface="Times New Roman"/>
                <a:ea typeface="Times New Roman"/>
                <a:cs typeface="Times New Roman"/>
                <a:sym typeface="Times New Roman"/>
              </a:rPr>
              <a:t>9</a:t>
            </a:r>
            <a:r>
              <a:rPr lang="en-US" sz="2100" b="1" i="0" u="none" strike="noStrike" cap="none">
                <a:solidFill>
                  <a:srgbClr val="000000"/>
                </a:solidFill>
                <a:latin typeface="Times New Roman"/>
                <a:ea typeface="Times New Roman"/>
                <a:cs typeface="Times New Roman"/>
                <a:sym typeface="Times New Roman"/>
              </a:rPr>
              <a:t>: Image After De-GAN       Fig </a:t>
            </a:r>
            <a:r>
              <a:rPr lang="en-US" sz="2100" b="1">
                <a:latin typeface="Times New Roman"/>
                <a:ea typeface="Times New Roman"/>
                <a:cs typeface="Times New Roman"/>
                <a:sym typeface="Times New Roman"/>
              </a:rPr>
              <a:t>10</a:t>
            </a:r>
            <a:r>
              <a:rPr lang="en-US" sz="2100" b="1" i="0" u="none" strike="noStrike" cap="none">
                <a:solidFill>
                  <a:srgbClr val="000000"/>
                </a:solidFill>
                <a:latin typeface="Times New Roman"/>
                <a:ea typeface="Times New Roman"/>
                <a:cs typeface="Times New Roman"/>
                <a:sym typeface="Times New Roman"/>
              </a:rPr>
              <a:t>: Image After CRAFT</a:t>
            </a:r>
            <a:endParaRPr sz="2100" b="1" i="0" u="none" strike="noStrike" cap="none">
              <a:solidFill>
                <a:srgbClr val="000000"/>
              </a:solidFill>
              <a:latin typeface="Times New Roman"/>
              <a:ea typeface="Times New Roman"/>
              <a:cs typeface="Times New Roman"/>
              <a:sym typeface="Times New Roman"/>
            </a:endParaRPr>
          </a:p>
        </p:txBody>
      </p:sp>
      <p:pic>
        <p:nvPicPr>
          <p:cNvPr id="143" name="Google Shape;143;g2b3ccc60d3d_1_13" descr="Google Shape;238;g2476a7b157a_2_19"/>
          <p:cNvPicPr preferRelativeResize="0"/>
          <p:nvPr/>
        </p:nvPicPr>
        <p:blipFill rotWithShape="1">
          <a:blip r:embed="rId3">
            <a:alphaModFix/>
          </a:blip>
          <a:srcRect/>
          <a:stretch/>
        </p:blipFill>
        <p:spPr>
          <a:xfrm>
            <a:off x="112598" y="241441"/>
            <a:ext cx="1219201" cy="1144589"/>
          </a:xfrm>
          <a:prstGeom prst="rect">
            <a:avLst/>
          </a:prstGeom>
          <a:noFill/>
          <a:ln>
            <a:noFill/>
          </a:ln>
        </p:spPr>
      </p:pic>
      <p:sp>
        <p:nvSpPr>
          <p:cNvPr id="144" name="Google Shape;144;g2b3ccc60d3d_1_13"/>
          <p:cNvSpPr txBox="1"/>
          <p:nvPr/>
        </p:nvSpPr>
        <p:spPr>
          <a:xfrm>
            <a:off x="1331799" y="383810"/>
            <a:ext cx="10659000" cy="1108200"/>
          </a:xfrm>
          <a:prstGeom prst="rect">
            <a:avLst/>
          </a:prstGeom>
          <a:noFill/>
          <a:ln>
            <a:noFill/>
          </a:ln>
        </p:spPr>
        <p:txBody>
          <a:bodyPr spcFirstLastPara="1" wrap="square" lIns="45675" tIns="45675" rIns="45675" bIns="45675" anchor="t" anchorCtr="0">
            <a:spAutoFit/>
          </a:bodyPr>
          <a:lstStyle/>
          <a:p>
            <a:pPr marL="0" marR="0" lvl="0" indent="0" algn="ctr" rtl="0">
              <a:lnSpc>
                <a:spcPct val="100000"/>
              </a:lnSpc>
              <a:spcBef>
                <a:spcPts val="0"/>
              </a:spcBef>
              <a:spcAft>
                <a:spcPts val="0"/>
              </a:spcAft>
              <a:buClr>
                <a:srgbClr val="000000"/>
              </a:buClr>
              <a:buSzPts val="2200"/>
              <a:buFont typeface="Arial Rounded"/>
              <a:buNone/>
            </a:pPr>
            <a:r>
              <a:rPr lang="en-US" sz="2200" b="1" i="0" u="none" strike="noStrike" cap="none" dirty="0">
                <a:solidFill>
                  <a:srgbClr val="000000"/>
                </a:solidFill>
                <a:latin typeface="Arial Rounded"/>
                <a:ea typeface="Arial Rounded"/>
                <a:cs typeface="Arial Rounded"/>
                <a:sym typeface="Arial Rounded"/>
              </a:rPr>
              <a:t>GOKARAJU RANGARAJU INSTITUTE OF ENGINEERING AND TECHNOLOGY</a:t>
            </a:r>
            <a:endParaRPr sz="1400" b="0"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Rounded"/>
              <a:buNone/>
            </a:pPr>
            <a:r>
              <a:rPr lang="en-US" sz="2200" b="1" i="0" u="none" strike="noStrike" cap="none" dirty="0">
                <a:solidFill>
                  <a:srgbClr val="000000"/>
                </a:solidFill>
                <a:latin typeface="Arial Rounded"/>
                <a:ea typeface="Arial Rounded"/>
                <a:cs typeface="Arial Rounded"/>
                <a:sym typeface="Arial Rounded"/>
              </a:rPr>
              <a:t>Department of Computer Science and Engineering</a:t>
            </a:r>
            <a:endParaRPr sz="1400" b="0"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Clr>
                <a:schemeClr val="dk1"/>
              </a:buClr>
              <a:buSzPts val="2200"/>
              <a:buFont typeface="Arial Rounded"/>
              <a:buNone/>
            </a:pPr>
            <a:r>
              <a:rPr lang="en-US" sz="2200" b="1" i="0" u="none" strike="noStrike" cap="none" dirty="0">
                <a:solidFill>
                  <a:schemeClr val="dk1"/>
                </a:solidFill>
                <a:latin typeface="Arial Rounded"/>
                <a:ea typeface="Arial Rounded"/>
                <a:cs typeface="Arial Rounded"/>
                <a:sym typeface="Arial Rounded"/>
              </a:rPr>
              <a:t>MAJOR Project Phase-II Review-</a:t>
            </a:r>
            <a:r>
              <a:rPr lang="en-US" sz="2200" b="1" dirty="0">
                <a:solidFill>
                  <a:schemeClr val="dk1"/>
                </a:solidFill>
                <a:latin typeface="Arial Rounded"/>
                <a:ea typeface="Arial Rounded"/>
                <a:cs typeface="Arial Rounded"/>
                <a:sym typeface="Arial Rounded"/>
              </a:rPr>
              <a:t>2</a:t>
            </a:r>
            <a:endParaRPr sz="1400" b="0" i="0" u="none" strike="noStrike" cap="none" dirty="0">
              <a:solidFill>
                <a:srgbClr val="000000"/>
              </a:solidFill>
              <a:latin typeface="Arial"/>
              <a:ea typeface="Arial"/>
              <a:cs typeface="Arial"/>
              <a:sym typeface="Arial"/>
            </a:endParaRPr>
          </a:p>
        </p:txBody>
      </p:sp>
      <p:sp>
        <p:nvSpPr>
          <p:cNvPr id="145" name="Google Shape;145;g2b3ccc60d3d_1_13"/>
          <p:cNvSpPr txBox="1"/>
          <p:nvPr/>
        </p:nvSpPr>
        <p:spPr>
          <a:xfrm>
            <a:off x="229174" y="1275574"/>
            <a:ext cx="11399400" cy="523200"/>
          </a:xfrm>
          <a:prstGeom prst="rect">
            <a:avLst/>
          </a:prstGeom>
          <a:noFill/>
          <a:ln>
            <a:noFill/>
          </a:ln>
        </p:spPr>
        <p:txBody>
          <a:bodyPr spcFirstLastPara="1" wrap="square" lIns="45675" tIns="45675" rIns="45675" bIns="45675" anchor="t" anchorCtr="0">
            <a:spAutoFit/>
          </a:bodyPr>
          <a:lstStyle/>
          <a:p>
            <a:pPr marL="0" marR="0" lvl="0" indent="0" algn="just" rtl="0">
              <a:lnSpc>
                <a:spcPct val="100000"/>
              </a:lnSpc>
              <a:spcBef>
                <a:spcPts val="0"/>
              </a:spcBef>
              <a:spcAft>
                <a:spcPts val="0"/>
              </a:spcAft>
              <a:buClr>
                <a:srgbClr val="1F2328"/>
              </a:buClr>
              <a:buSzPts val="2600"/>
              <a:buFont typeface="Times New Roman"/>
              <a:buNone/>
            </a:pPr>
            <a:r>
              <a:rPr lang="en-US" sz="2800" b="1">
                <a:solidFill>
                  <a:srgbClr val="1F2328"/>
                </a:solidFill>
                <a:latin typeface="Times New Roman"/>
                <a:ea typeface="Times New Roman"/>
                <a:cs typeface="Times New Roman"/>
                <a:sym typeface="Times New Roman"/>
              </a:rPr>
              <a:t>Results </a:t>
            </a:r>
            <a:r>
              <a:rPr lang="en-US" sz="2800" b="1" i="0" u="none" strike="noStrike" cap="none">
                <a:solidFill>
                  <a:srgbClr val="1F2328"/>
                </a:solidFill>
                <a:latin typeface="Times New Roman"/>
                <a:ea typeface="Times New Roman"/>
                <a:cs typeface="Times New Roman"/>
                <a:sym typeface="Times New Roman"/>
              </a:rPr>
              <a:t>:</a:t>
            </a:r>
            <a:endParaRPr sz="2800" b="0" i="0" u="none" strike="noStrike" cap="none">
              <a:solidFill>
                <a:srgbClr val="000000"/>
              </a:solidFill>
              <a:latin typeface="Arial"/>
              <a:ea typeface="Arial"/>
              <a:cs typeface="Arial"/>
              <a:sym typeface="Arial"/>
            </a:endParaRPr>
          </a:p>
        </p:txBody>
      </p:sp>
      <p:sp>
        <p:nvSpPr>
          <p:cNvPr id="146" name="Google Shape;146;g2b3ccc60d3d_1_13"/>
          <p:cNvSpPr txBox="1">
            <a:spLocks noGrp="1"/>
          </p:cNvSpPr>
          <p:nvPr>
            <p:ph type="sldNum" idx="12"/>
          </p:nvPr>
        </p:nvSpPr>
        <p:spPr>
          <a:xfrm>
            <a:off x="11095216" y="6414769"/>
            <a:ext cx="258600" cy="276900"/>
          </a:xfrm>
          <a:prstGeom prst="rect">
            <a:avLst/>
          </a:prstGeom>
          <a:noFill/>
          <a:ln>
            <a:noFill/>
          </a:ln>
        </p:spPr>
        <p:txBody>
          <a:bodyPr spcFirstLastPara="1" wrap="square" lIns="45675" tIns="45675" rIns="45675" bIns="45675" anchor="ctr" anchorCtr="0">
            <a:spAutoFit/>
          </a:bodyPr>
          <a:lstStyle/>
          <a:p>
            <a:pPr marL="0" lvl="0" indent="0" algn="r" rtl="0">
              <a:lnSpc>
                <a:spcPct val="100000"/>
              </a:lnSpc>
              <a:spcBef>
                <a:spcPts val="0"/>
              </a:spcBef>
              <a:spcAft>
                <a:spcPts val="0"/>
              </a:spcAft>
              <a:buClr>
                <a:srgbClr val="888888"/>
              </a:buClr>
              <a:buSzPts val="1200"/>
              <a:buFont typeface="Calibri"/>
              <a:buNone/>
            </a:pPr>
            <a:fld id="{00000000-1234-1234-1234-123412341234}" type="slidenum">
              <a:rPr lang="en-US" sz="1200">
                <a:solidFill>
                  <a:srgbClr val="888888"/>
                </a:solidFill>
                <a:latin typeface="Calibri"/>
                <a:ea typeface="Calibri"/>
                <a:cs typeface="Calibri"/>
                <a:sym typeface="Calibri"/>
              </a:rPr>
              <a:t>9</a:t>
            </a:fld>
            <a:endParaRPr/>
          </a:p>
        </p:txBody>
      </p:sp>
      <p:pic>
        <p:nvPicPr>
          <p:cNvPr id="147" name="Google Shape;147;g2b3ccc60d3d_1_13"/>
          <p:cNvPicPr preferRelativeResize="0"/>
          <p:nvPr/>
        </p:nvPicPr>
        <p:blipFill rotWithShape="1">
          <a:blip r:embed="rId4">
            <a:alphaModFix/>
          </a:blip>
          <a:srcRect/>
          <a:stretch/>
        </p:blipFill>
        <p:spPr>
          <a:xfrm>
            <a:off x="4476400" y="2117875"/>
            <a:ext cx="3150249" cy="3194950"/>
          </a:xfrm>
          <a:prstGeom prst="rect">
            <a:avLst/>
          </a:prstGeom>
          <a:noFill/>
          <a:ln>
            <a:noFill/>
          </a:ln>
        </p:spPr>
      </p:pic>
      <p:pic>
        <p:nvPicPr>
          <p:cNvPr id="148" name="Google Shape;148;g2b3ccc60d3d_1_13"/>
          <p:cNvPicPr preferRelativeResize="0"/>
          <p:nvPr/>
        </p:nvPicPr>
        <p:blipFill rotWithShape="1">
          <a:blip r:embed="rId5">
            <a:alphaModFix/>
          </a:blip>
          <a:srcRect/>
          <a:stretch/>
        </p:blipFill>
        <p:spPr>
          <a:xfrm>
            <a:off x="8047225" y="2117875"/>
            <a:ext cx="3150250" cy="3194950"/>
          </a:xfrm>
          <a:prstGeom prst="rect">
            <a:avLst/>
          </a:prstGeom>
          <a:noFill/>
          <a:ln>
            <a:noFill/>
          </a:ln>
        </p:spPr>
      </p:pic>
      <p:pic>
        <p:nvPicPr>
          <p:cNvPr id="149" name="Google Shape;149;g2b3ccc60d3d_1_13"/>
          <p:cNvPicPr preferRelativeResize="0"/>
          <p:nvPr/>
        </p:nvPicPr>
        <p:blipFill rotWithShape="1">
          <a:blip r:embed="rId6">
            <a:alphaModFix/>
          </a:blip>
          <a:srcRect/>
          <a:stretch/>
        </p:blipFill>
        <p:spPr>
          <a:xfrm>
            <a:off x="831075" y="2117875"/>
            <a:ext cx="3150250" cy="3194950"/>
          </a:xfrm>
          <a:prstGeom prst="rect">
            <a:avLst/>
          </a:prstGeom>
          <a:noFill/>
          <a:ln w="9525" cap="flat" cmpd="sng">
            <a:solidFill>
              <a:srgbClr val="000000"/>
            </a:solidFill>
            <a:prstDash val="solid"/>
            <a:round/>
            <a:headEnd type="none" w="sm" len="sm"/>
            <a:tailEnd type="none" w="sm" len="sm"/>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g2c2692669a5_0_34"/>
          <p:cNvSpPr txBox="1">
            <a:spLocks noGrp="1"/>
          </p:cNvSpPr>
          <p:nvPr>
            <p:ph type="ctrTitle" idx="4294967295"/>
          </p:nvPr>
        </p:nvSpPr>
        <p:spPr>
          <a:xfrm>
            <a:off x="66875" y="1330375"/>
            <a:ext cx="11969700" cy="5455200"/>
          </a:xfrm>
          <a:prstGeom prst="rect">
            <a:avLst/>
          </a:prstGeom>
          <a:noFill/>
          <a:ln>
            <a:noFill/>
          </a:ln>
        </p:spPr>
        <p:txBody>
          <a:bodyPr spcFirstLastPara="1" wrap="square" lIns="45675" tIns="45675" rIns="45675" bIns="45675" anchor="t" anchorCtr="0">
            <a:normAutofit fontScale="90000"/>
          </a:bodyPr>
          <a:lstStyle/>
          <a:p>
            <a:pPr marL="0" marR="0" lvl="0" indent="0" algn="l" rtl="0">
              <a:lnSpc>
                <a:spcPct val="90000"/>
              </a:lnSpc>
              <a:spcBef>
                <a:spcPts val="0"/>
              </a:spcBef>
              <a:spcAft>
                <a:spcPts val="0"/>
              </a:spcAft>
              <a:buClr>
                <a:srgbClr val="000000"/>
              </a:buClr>
              <a:buSzPct val="100000"/>
              <a:buFont typeface="Arial"/>
              <a:buNone/>
            </a:pPr>
            <a:endParaRPr sz="2700" b="0" i="0" u="none" strike="noStrike" cap="none">
              <a:solidFill>
                <a:srgbClr val="000000"/>
              </a:solidFill>
              <a:latin typeface="Arial"/>
              <a:ea typeface="Arial"/>
              <a:cs typeface="Arial"/>
              <a:sym typeface="Arial"/>
            </a:endParaRPr>
          </a:p>
          <a:p>
            <a:pPr marL="0" marR="0" lvl="0" indent="0" algn="l" rtl="0">
              <a:lnSpc>
                <a:spcPct val="90000"/>
              </a:lnSpc>
              <a:spcBef>
                <a:spcPts val="0"/>
              </a:spcBef>
              <a:spcAft>
                <a:spcPts val="0"/>
              </a:spcAft>
              <a:buClr>
                <a:srgbClr val="000000"/>
              </a:buClr>
              <a:buSzPct val="100000"/>
              <a:buFont typeface="Arial"/>
              <a:buNone/>
            </a:pPr>
            <a:endParaRPr sz="2700" b="0" i="0" u="none" strike="noStrike" cap="none">
              <a:solidFill>
                <a:srgbClr val="000000"/>
              </a:solidFill>
              <a:latin typeface="Arial"/>
              <a:ea typeface="Arial"/>
              <a:cs typeface="Arial"/>
              <a:sym typeface="Arial"/>
            </a:endParaRPr>
          </a:p>
          <a:p>
            <a:pPr marL="0" marR="0" lvl="0" indent="0" algn="l" rtl="0">
              <a:lnSpc>
                <a:spcPct val="90000"/>
              </a:lnSpc>
              <a:spcBef>
                <a:spcPts val="0"/>
              </a:spcBef>
              <a:spcAft>
                <a:spcPts val="0"/>
              </a:spcAft>
              <a:buClr>
                <a:srgbClr val="000000"/>
              </a:buClr>
              <a:buSzPct val="100000"/>
              <a:buFont typeface="Arial"/>
              <a:buNone/>
            </a:pPr>
            <a:endParaRPr sz="2700" b="0" i="0" u="none" strike="noStrike" cap="none">
              <a:solidFill>
                <a:srgbClr val="000000"/>
              </a:solidFill>
              <a:latin typeface="Arial"/>
              <a:ea typeface="Arial"/>
              <a:cs typeface="Arial"/>
              <a:sym typeface="Arial"/>
            </a:endParaRPr>
          </a:p>
          <a:p>
            <a:pPr marL="0" marR="0" lvl="0" indent="0" algn="l" rtl="0">
              <a:lnSpc>
                <a:spcPct val="90000"/>
              </a:lnSpc>
              <a:spcBef>
                <a:spcPts val="0"/>
              </a:spcBef>
              <a:spcAft>
                <a:spcPts val="0"/>
              </a:spcAft>
              <a:buClr>
                <a:srgbClr val="000000"/>
              </a:buClr>
              <a:buSzPct val="100000"/>
              <a:buFont typeface="Arial"/>
              <a:buNone/>
            </a:pPr>
            <a:endParaRPr sz="2700" b="0" i="0" u="none" strike="noStrike" cap="none">
              <a:solidFill>
                <a:srgbClr val="000000"/>
              </a:solidFill>
              <a:latin typeface="Arial"/>
              <a:ea typeface="Arial"/>
              <a:cs typeface="Arial"/>
              <a:sym typeface="Arial"/>
            </a:endParaRPr>
          </a:p>
          <a:p>
            <a:pPr marL="0" marR="0" lvl="0" indent="0" algn="l" rtl="0">
              <a:lnSpc>
                <a:spcPct val="90000"/>
              </a:lnSpc>
              <a:spcBef>
                <a:spcPts val="0"/>
              </a:spcBef>
              <a:spcAft>
                <a:spcPts val="0"/>
              </a:spcAft>
              <a:buClr>
                <a:srgbClr val="000000"/>
              </a:buClr>
              <a:buSzPct val="100000"/>
              <a:buFont typeface="Arial"/>
              <a:buNone/>
            </a:pPr>
            <a:endParaRPr sz="2700" b="0" i="0" u="none" strike="noStrike" cap="none">
              <a:solidFill>
                <a:srgbClr val="000000"/>
              </a:solidFill>
              <a:latin typeface="Arial"/>
              <a:ea typeface="Arial"/>
              <a:cs typeface="Arial"/>
              <a:sym typeface="Arial"/>
            </a:endParaRPr>
          </a:p>
          <a:p>
            <a:pPr marL="0" marR="0" lvl="0" indent="0" algn="l" rtl="0">
              <a:lnSpc>
                <a:spcPct val="90000"/>
              </a:lnSpc>
              <a:spcBef>
                <a:spcPts val="0"/>
              </a:spcBef>
              <a:spcAft>
                <a:spcPts val="0"/>
              </a:spcAft>
              <a:buClr>
                <a:srgbClr val="000000"/>
              </a:buClr>
              <a:buSzPct val="100000"/>
              <a:buFont typeface="Arial"/>
              <a:buNone/>
            </a:pPr>
            <a:endParaRPr sz="2700" b="0" i="0" u="none" strike="noStrike" cap="none">
              <a:solidFill>
                <a:srgbClr val="000000"/>
              </a:solidFill>
              <a:latin typeface="Arial"/>
              <a:ea typeface="Arial"/>
              <a:cs typeface="Arial"/>
              <a:sym typeface="Arial"/>
            </a:endParaRPr>
          </a:p>
          <a:p>
            <a:pPr marL="0" marR="0" lvl="0" indent="0" algn="l" rtl="0">
              <a:lnSpc>
                <a:spcPct val="90000"/>
              </a:lnSpc>
              <a:spcBef>
                <a:spcPts val="0"/>
              </a:spcBef>
              <a:spcAft>
                <a:spcPts val="0"/>
              </a:spcAft>
              <a:buClr>
                <a:srgbClr val="000000"/>
              </a:buClr>
              <a:buSzPct val="100000"/>
              <a:buFont typeface="Arial"/>
              <a:buNone/>
            </a:pPr>
            <a:endParaRPr sz="2700" b="0" i="0" u="none" strike="noStrike" cap="none">
              <a:solidFill>
                <a:srgbClr val="000000"/>
              </a:solidFill>
              <a:latin typeface="Arial"/>
              <a:ea typeface="Arial"/>
              <a:cs typeface="Arial"/>
              <a:sym typeface="Arial"/>
            </a:endParaRPr>
          </a:p>
          <a:p>
            <a:pPr marL="0" marR="0" lvl="0" indent="0" algn="l" rtl="0">
              <a:lnSpc>
                <a:spcPct val="90000"/>
              </a:lnSpc>
              <a:spcBef>
                <a:spcPts val="0"/>
              </a:spcBef>
              <a:spcAft>
                <a:spcPts val="0"/>
              </a:spcAft>
              <a:buClr>
                <a:srgbClr val="000000"/>
              </a:buClr>
              <a:buSzPct val="100000"/>
              <a:buFont typeface="Arial"/>
              <a:buNone/>
            </a:pPr>
            <a:endParaRPr sz="2700" b="0" i="0" u="none" strike="noStrike" cap="none">
              <a:solidFill>
                <a:srgbClr val="000000"/>
              </a:solidFill>
              <a:latin typeface="Arial"/>
              <a:ea typeface="Arial"/>
              <a:cs typeface="Arial"/>
              <a:sym typeface="Arial"/>
            </a:endParaRPr>
          </a:p>
          <a:p>
            <a:pPr marL="0" marR="0" lvl="0" indent="0" algn="l" rtl="0">
              <a:lnSpc>
                <a:spcPct val="90000"/>
              </a:lnSpc>
              <a:spcBef>
                <a:spcPts val="0"/>
              </a:spcBef>
              <a:spcAft>
                <a:spcPts val="0"/>
              </a:spcAft>
              <a:buClr>
                <a:srgbClr val="000000"/>
              </a:buClr>
              <a:buSzPct val="100000"/>
              <a:buFont typeface="Arial"/>
              <a:buNone/>
            </a:pPr>
            <a:endParaRPr sz="2700" b="0" i="0" u="none" strike="noStrike" cap="none">
              <a:solidFill>
                <a:srgbClr val="000000"/>
              </a:solidFill>
              <a:latin typeface="Arial"/>
              <a:ea typeface="Arial"/>
              <a:cs typeface="Arial"/>
              <a:sym typeface="Arial"/>
            </a:endParaRPr>
          </a:p>
          <a:p>
            <a:pPr marL="0" marR="0" lvl="0" indent="0" algn="l" rtl="0">
              <a:lnSpc>
                <a:spcPct val="90000"/>
              </a:lnSpc>
              <a:spcBef>
                <a:spcPts val="0"/>
              </a:spcBef>
              <a:spcAft>
                <a:spcPts val="0"/>
              </a:spcAft>
              <a:buClr>
                <a:srgbClr val="000000"/>
              </a:buClr>
              <a:buSzPct val="100000"/>
              <a:buFont typeface="Arial"/>
              <a:buNone/>
            </a:pPr>
            <a:endParaRPr sz="2700" b="0" i="0" u="none" strike="noStrike" cap="none">
              <a:solidFill>
                <a:srgbClr val="000000"/>
              </a:solidFill>
              <a:latin typeface="Arial"/>
              <a:ea typeface="Arial"/>
              <a:cs typeface="Arial"/>
              <a:sym typeface="Arial"/>
            </a:endParaRPr>
          </a:p>
          <a:p>
            <a:pPr marL="0" marR="0" lvl="0" indent="0" algn="l" rtl="0">
              <a:lnSpc>
                <a:spcPct val="90000"/>
              </a:lnSpc>
              <a:spcBef>
                <a:spcPts val="0"/>
              </a:spcBef>
              <a:spcAft>
                <a:spcPts val="0"/>
              </a:spcAft>
              <a:buClr>
                <a:srgbClr val="000000"/>
              </a:buClr>
              <a:buSzPct val="100000"/>
              <a:buFont typeface="Arial"/>
              <a:buNone/>
            </a:pPr>
            <a:endParaRPr sz="2700" b="0" i="0" u="none" strike="noStrike" cap="none">
              <a:solidFill>
                <a:srgbClr val="000000"/>
              </a:solidFill>
              <a:latin typeface="Arial"/>
              <a:ea typeface="Arial"/>
              <a:cs typeface="Arial"/>
              <a:sym typeface="Arial"/>
            </a:endParaRPr>
          </a:p>
          <a:p>
            <a:pPr marL="0" marR="0" lvl="0" indent="0" algn="l" rtl="0">
              <a:lnSpc>
                <a:spcPct val="90000"/>
              </a:lnSpc>
              <a:spcBef>
                <a:spcPts val="0"/>
              </a:spcBef>
              <a:spcAft>
                <a:spcPts val="0"/>
              </a:spcAft>
              <a:buClr>
                <a:srgbClr val="000000"/>
              </a:buClr>
              <a:buSzPct val="100000"/>
              <a:buFont typeface="Arial"/>
              <a:buNone/>
            </a:pPr>
            <a:endParaRPr sz="2700" b="0" i="0" u="none" strike="noStrike" cap="none">
              <a:solidFill>
                <a:srgbClr val="000000"/>
              </a:solidFill>
              <a:latin typeface="Arial"/>
              <a:ea typeface="Arial"/>
              <a:cs typeface="Arial"/>
              <a:sym typeface="Arial"/>
            </a:endParaRPr>
          </a:p>
          <a:p>
            <a:pPr marL="0" marR="0" lvl="0" indent="0" algn="l" rtl="0">
              <a:lnSpc>
                <a:spcPct val="90000"/>
              </a:lnSpc>
              <a:spcBef>
                <a:spcPts val="0"/>
              </a:spcBef>
              <a:spcAft>
                <a:spcPts val="0"/>
              </a:spcAft>
              <a:buClr>
                <a:srgbClr val="000000"/>
              </a:buClr>
              <a:buSzPct val="100000"/>
              <a:buFont typeface="Arial"/>
              <a:buNone/>
            </a:pPr>
            <a:endParaRPr sz="2700" b="0" i="0" u="none" strike="noStrike" cap="none">
              <a:solidFill>
                <a:srgbClr val="000000"/>
              </a:solidFill>
              <a:latin typeface="Arial"/>
              <a:ea typeface="Arial"/>
              <a:cs typeface="Arial"/>
              <a:sym typeface="Arial"/>
            </a:endParaRPr>
          </a:p>
          <a:p>
            <a:pPr marL="0" marR="0" lvl="0" indent="0" algn="l" rtl="0">
              <a:lnSpc>
                <a:spcPct val="90000"/>
              </a:lnSpc>
              <a:spcBef>
                <a:spcPts val="0"/>
              </a:spcBef>
              <a:spcAft>
                <a:spcPts val="0"/>
              </a:spcAft>
              <a:buClr>
                <a:srgbClr val="000000"/>
              </a:buClr>
              <a:buSzPct val="100000"/>
              <a:buFont typeface="Arial"/>
              <a:buNone/>
            </a:pPr>
            <a:endParaRPr sz="2700" b="0" i="0" u="none" strike="noStrike" cap="none">
              <a:solidFill>
                <a:srgbClr val="000000"/>
              </a:solidFill>
              <a:latin typeface="Arial"/>
              <a:ea typeface="Arial"/>
              <a:cs typeface="Arial"/>
              <a:sym typeface="Arial"/>
            </a:endParaRPr>
          </a:p>
          <a:p>
            <a:pPr marL="0" marR="0" lvl="0" indent="0" algn="l" rtl="0">
              <a:lnSpc>
                <a:spcPct val="90000"/>
              </a:lnSpc>
              <a:spcBef>
                <a:spcPts val="0"/>
              </a:spcBef>
              <a:spcAft>
                <a:spcPts val="0"/>
              </a:spcAft>
              <a:buClr>
                <a:srgbClr val="000000"/>
              </a:buClr>
              <a:buSzPct val="117391"/>
              <a:buFont typeface="Arial"/>
              <a:buNone/>
            </a:pPr>
            <a:br>
              <a:rPr lang="en-US" sz="2300" b="1" i="0" u="none" strike="noStrike" cap="none">
                <a:solidFill>
                  <a:srgbClr val="000000"/>
                </a:solidFill>
                <a:latin typeface="Arial"/>
                <a:ea typeface="Arial"/>
                <a:cs typeface="Arial"/>
                <a:sym typeface="Arial"/>
              </a:rPr>
            </a:br>
            <a:r>
              <a:rPr lang="en-US" sz="2300" b="1" i="0" u="none" strike="noStrike" cap="none">
                <a:solidFill>
                  <a:srgbClr val="000000"/>
                </a:solidFill>
                <a:latin typeface="Arial"/>
                <a:ea typeface="Arial"/>
                <a:cs typeface="Arial"/>
                <a:sym typeface="Arial"/>
              </a:rPr>
              <a:t>            				                        </a:t>
            </a:r>
            <a:r>
              <a:rPr lang="en-US" sz="2550" b="1" i="0" u="none" strike="noStrike" cap="none">
                <a:solidFill>
                  <a:srgbClr val="000000"/>
                </a:solidFill>
                <a:latin typeface="Times New Roman"/>
                <a:ea typeface="Times New Roman"/>
                <a:cs typeface="Times New Roman"/>
                <a:sym typeface="Times New Roman"/>
              </a:rPr>
              <a:t>Fig </a:t>
            </a:r>
            <a:r>
              <a:rPr lang="en-US" sz="2550" b="1">
                <a:latin typeface="Times New Roman"/>
                <a:ea typeface="Times New Roman"/>
                <a:cs typeface="Times New Roman"/>
                <a:sym typeface="Times New Roman"/>
              </a:rPr>
              <a:t>11: Prediction Result</a:t>
            </a:r>
            <a:endParaRPr sz="2550" b="1" i="0" u="none" strike="noStrike" cap="none">
              <a:solidFill>
                <a:srgbClr val="000000"/>
              </a:solidFill>
              <a:latin typeface="Times New Roman"/>
              <a:ea typeface="Times New Roman"/>
              <a:cs typeface="Times New Roman"/>
              <a:sym typeface="Times New Roman"/>
            </a:endParaRPr>
          </a:p>
          <a:p>
            <a:pPr marL="0" marR="0" lvl="0" indent="0" algn="l" rtl="0">
              <a:lnSpc>
                <a:spcPct val="90000"/>
              </a:lnSpc>
              <a:spcBef>
                <a:spcPts val="0"/>
              </a:spcBef>
              <a:spcAft>
                <a:spcPts val="0"/>
              </a:spcAft>
              <a:buClr>
                <a:srgbClr val="000000"/>
              </a:buClr>
              <a:buSzPct val="100000"/>
              <a:buFont typeface="Arial"/>
              <a:buNone/>
            </a:pPr>
            <a:endParaRPr sz="2700" b="0" i="0" u="none" strike="noStrike" cap="none">
              <a:solidFill>
                <a:srgbClr val="000000"/>
              </a:solidFill>
              <a:latin typeface="Arial"/>
              <a:ea typeface="Arial"/>
              <a:cs typeface="Arial"/>
              <a:sym typeface="Arial"/>
            </a:endParaRPr>
          </a:p>
          <a:p>
            <a:pPr marL="0" marR="0" lvl="0" indent="0" algn="l" rtl="0">
              <a:lnSpc>
                <a:spcPct val="90000"/>
              </a:lnSpc>
              <a:spcBef>
                <a:spcPts val="0"/>
              </a:spcBef>
              <a:spcAft>
                <a:spcPts val="0"/>
              </a:spcAft>
              <a:buClr>
                <a:srgbClr val="000000"/>
              </a:buClr>
              <a:buSzPct val="100000"/>
              <a:buFont typeface="Arial"/>
              <a:buNone/>
            </a:pPr>
            <a:endParaRPr sz="2700" b="0" i="0" u="none" strike="noStrike" cap="none">
              <a:solidFill>
                <a:srgbClr val="000000"/>
              </a:solidFill>
              <a:latin typeface="Arial"/>
              <a:ea typeface="Arial"/>
              <a:cs typeface="Arial"/>
              <a:sym typeface="Arial"/>
            </a:endParaRPr>
          </a:p>
          <a:p>
            <a:pPr marL="0" marR="0" lvl="0" indent="0" algn="l" rtl="0">
              <a:lnSpc>
                <a:spcPct val="90000"/>
              </a:lnSpc>
              <a:spcBef>
                <a:spcPts val="0"/>
              </a:spcBef>
              <a:spcAft>
                <a:spcPts val="0"/>
              </a:spcAft>
              <a:buClr>
                <a:srgbClr val="000000"/>
              </a:buClr>
              <a:buSzPct val="100000"/>
              <a:buFont typeface="Arial"/>
              <a:buNone/>
            </a:pPr>
            <a:endParaRPr sz="2700" b="0" i="0" u="none" strike="noStrike" cap="none">
              <a:solidFill>
                <a:srgbClr val="000000"/>
              </a:solidFill>
              <a:latin typeface="Arial"/>
              <a:ea typeface="Arial"/>
              <a:cs typeface="Arial"/>
              <a:sym typeface="Arial"/>
            </a:endParaRPr>
          </a:p>
          <a:p>
            <a:pPr marL="0" marR="0" lvl="0" indent="0" algn="l" rtl="0">
              <a:lnSpc>
                <a:spcPct val="90000"/>
              </a:lnSpc>
              <a:spcBef>
                <a:spcPts val="0"/>
              </a:spcBef>
              <a:spcAft>
                <a:spcPts val="0"/>
              </a:spcAft>
              <a:buClr>
                <a:srgbClr val="000000"/>
              </a:buClr>
              <a:buSzPct val="100000"/>
              <a:buFont typeface="Arial"/>
              <a:buNone/>
            </a:pPr>
            <a:endParaRPr sz="2700" b="0" i="0" u="none" strike="noStrike" cap="none">
              <a:solidFill>
                <a:srgbClr val="000000"/>
              </a:solidFill>
              <a:latin typeface="Arial"/>
              <a:ea typeface="Arial"/>
              <a:cs typeface="Arial"/>
              <a:sym typeface="Arial"/>
            </a:endParaRPr>
          </a:p>
          <a:p>
            <a:pPr marL="0" marR="0" lvl="0" indent="0" algn="l" rtl="0">
              <a:lnSpc>
                <a:spcPct val="90000"/>
              </a:lnSpc>
              <a:spcBef>
                <a:spcPts val="0"/>
              </a:spcBef>
              <a:spcAft>
                <a:spcPts val="0"/>
              </a:spcAft>
              <a:buClr>
                <a:srgbClr val="000000"/>
              </a:buClr>
              <a:buSzPct val="100000"/>
              <a:buFont typeface="Arial"/>
              <a:buNone/>
            </a:pPr>
            <a:endParaRPr sz="2700" b="0" i="0" u="none" strike="noStrike" cap="none">
              <a:solidFill>
                <a:srgbClr val="000000"/>
              </a:solidFill>
              <a:latin typeface="Arial"/>
              <a:ea typeface="Arial"/>
              <a:cs typeface="Arial"/>
              <a:sym typeface="Arial"/>
            </a:endParaRPr>
          </a:p>
          <a:p>
            <a:pPr marL="0" marR="0" lvl="0" indent="0" algn="l" rtl="0">
              <a:lnSpc>
                <a:spcPct val="90000"/>
              </a:lnSpc>
              <a:spcBef>
                <a:spcPts val="0"/>
              </a:spcBef>
              <a:spcAft>
                <a:spcPts val="0"/>
              </a:spcAft>
              <a:buClr>
                <a:srgbClr val="000000"/>
              </a:buClr>
              <a:buSzPct val="100000"/>
              <a:buFont typeface="Arial"/>
              <a:buNone/>
            </a:pPr>
            <a:endParaRPr sz="2700" b="0" i="0" u="none" strike="noStrike" cap="none">
              <a:solidFill>
                <a:srgbClr val="000000"/>
              </a:solidFill>
              <a:latin typeface="Arial"/>
              <a:ea typeface="Arial"/>
              <a:cs typeface="Arial"/>
              <a:sym typeface="Arial"/>
            </a:endParaRPr>
          </a:p>
          <a:p>
            <a:pPr marL="0" marR="0" lvl="0" indent="0" algn="l" rtl="0">
              <a:lnSpc>
                <a:spcPct val="90000"/>
              </a:lnSpc>
              <a:spcBef>
                <a:spcPts val="0"/>
              </a:spcBef>
              <a:spcAft>
                <a:spcPts val="0"/>
              </a:spcAft>
              <a:buClr>
                <a:srgbClr val="000000"/>
              </a:buClr>
              <a:buSzPct val="100000"/>
              <a:buFont typeface="Arial"/>
              <a:buNone/>
            </a:pPr>
            <a:endParaRPr sz="2700" b="0" i="0" u="none" strike="noStrike" cap="none">
              <a:solidFill>
                <a:srgbClr val="000000"/>
              </a:solidFill>
              <a:latin typeface="Arial"/>
              <a:ea typeface="Arial"/>
              <a:cs typeface="Arial"/>
              <a:sym typeface="Arial"/>
            </a:endParaRPr>
          </a:p>
          <a:p>
            <a:pPr marL="0" marR="0" lvl="0" indent="0" algn="l" rtl="0">
              <a:lnSpc>
                <a:spcPct val="90000"/>
              </a:lnSpc>
              <a:spcBef>
                <a:spcPts val="0"/>
              </a:spcBef>
              <a:spcAft>
                <a:spcPts val="0"/>
              </a:spcAft>
              <a:buClr>
                <a:srgbClr val="000000"/>
              </a:buClr>
              <a:buSzPct val="100000"/>
              <a:buFont typeface="Arial"/>
              <a:buNone/>
            </a:pPr>
            <a:endParaRPr sz="2700" b="0" i="0" u="none" strike="noStrike" cap="none">
              <a:solidFill>
                <a:srgbClr val="000000"/>
              </a:solidFill>
              <a:latin typeface="Arial"/>
              <a:ea typeface="Arial"/>
              <a:cs typeface="Arial"/>
              <a:sym typeface="Arial"/>
            </a:endParaRPr>
          </a:p>
          <a:p>
            <a:pPr marL="0" marR="0" lvl="0" indent="0" algn="l" rtl="0">
              <a:lnSpc>
                <a:spcPct val="90000"/>
              </a:lnSpc>
              <a:spcBef>
                <a:spcPts val="0"/>
              </a:spcBef>
              <a:spcAft>
                <a:spcPts val="0"/>
              </a:spcAft>
              <a:buClr>
                <a:srgbClr val="000000"/>
              </a:buClr>
              <a:buSzPct val="100000"/>
              <a:buFont typeface="Arial"/>
              <a:buNone/>
            </a:pPr>
            <a:endParaRPr sz="2700" b="0" i="0" u="none" strike="noStrike" cap="none">
              <a:solidFill>
                <a:srgbClr val="000000"/>
              </a:solidFill>
              <a:latin typeface="Arial"/>
              <a:ea typeface="Arial"/>
              <a:cs typeface="Arial"/>
              <a:sym typeface="Arial"/>
            </a:endParaRPr>
          </a:p>
          <a:p>
            <a:pPr marL="0" marR="0" lvl="0" indent="0" algn="l" rtl="0">
              <a:lnSpc>
                <a:spcPct val="90000"/>
              </a:lnSpc>
              <a:spcBef>
                <a:spcPts val="0"/>
              </a:spcBef>
              <a:spcAft>
                <a:spcPts val="0"/>
              </a:spcAft>
              <a:buClr>
                <a:srgbClr val="000000"/>
              </a:buClr>
              <a:buSzPct val="100000"/>
              <a:buFont typeface="Arial"/>
              <a:buNone/>
            </a:pPr>
            <a:endParaRPr sz="2700" b="0" i="0" u="none" strike="noStrike" cap="none">
              <a:solidFill>
                <a:srgbClr val="000000"/>
              </a:solidFill>
              <a:latin typeface="Arial"/>
              <a:ea typeface="Arial"/>
              <a:cs typeface="Arial"/>
              <a:sym typeface="Arial"/>
            </a:endParaRPr>
          </a:p>
          <a:p>
            <a:pPr marL="0" marR="0" lvl="0" indent="0" algn="l" rtl="0">
              <a:lnSpc>
                <a:spcPct val="90000"/>
              </a:lnSpc>
              <a:spcBef>
                <a:spcPts val="0"/>
              </a:spcBef>
              <a:spcAft>
                <a:spcPts val="0"/>
              </a:spcAft>
              <a:buClr>
                <a:srgbClr val="000000"/>
              </a:buClr>
              <a:buSzPct val="100000"/>
              <a:buFont typeface="Arial"/>
              <a:buNone/>
            </a:pPr>
            <a:endParaRPr sz="2700" b="0" i="0" u="none" strike="noStrike" cap="none">
              <a:solidFill>
                <a:srgbClr val="000000"/>
              </a:solidFill>
              <a:latin typeface="Arial"/>
              <a:ea typeface="Arial"/>
              <a:cs typeface="Arial"/>
              <a:sym typeface="Arial"/>
            </a:endParaRPr>
          </a:p>
          <a:p>
            <a:pPr marL="0" marR="0" lvl="0" indent="0" algn="l" rtl="0">
              <a:lnSpc>
                <a:spcPct val="90000"/>
              </a:lnSpc>
              <a:spcBef>
                <a:spcPts val="0"/>
              </a:spcBef>
              <a:spcAft>
                <a:spcPts val="0"/>
              </a:spcAft>
              <a:buClr>
                <a:srgbClr val="000000"/>
              </a:buClr>
              <a:buSzPct val="100000"/>
              <a:buFont typeface="Arial"/>
              <a:buNone/>
            </a:pPr>
            <a:endParaRPr sz="2700" b="0" i="0" u="none" strike="noStrike" cap="none">
              <a:solidFill>
                <a:srgbClr val="000000"/>
              </a:solidFill>
              <a:latin typeface="Arial"/>
              <a:ea typeface="Arial"/>
              <a:cs typeface="Arial"/>
              <a:sym typeface="Arial"/>
            </a:endParaRPr>
          </a:p>
        </p:txBody>
      </p:sp>
      <p:pic>
        <p:nvPicPr>
          <p:cNvPr id="155" name="Google Shape;155;g2c2692669a5_0_34" descr="Google Shape;238;g2476a7b157a_2_19"/>
          <p:cNvPicPr preferRelativeResize="0"/>
          <p:nvPr/>
        </p:nvPicPr>
        <p:blipFill rotWithShape="1">
          <a:blip r:embed="rId3">
            <a:alphaModFix/>
          </a:blip>
          <a:srcRect/>
          <a:stretch/>
        </p:blipFill>
        <p:spPr>
          <a:xfrm>
            <a:off x="112649" y="72425"/>
            <a:ext cx="1219201" cy="1144589"/>
          </a:xfrm>
          <a:prstGeom prst="rect">
            <a:avLst/>
          </a:prstGeom>
          <a:noFill/>
          <a:ln>
            <a:noFill/>
          </a:ln>
        </p:spPr>
      </p:pic>
      <p:sp>
        <p:nvSpPr>
          <p:cNvPr id="156" name="Google Shape;156;g2c2692669a5_0_34"/>
          <p:cNvSpPr txBox="1"/>
          <p:nvPr/>
        </p:nvSpPr>
        <p:spPr>
          <a:xfrm>
            <a:off x="1331799" y="294590"/>
            <a:ext cx="10659000" cy="1108200"/>
          </a:xfrm>
          <a:prstGeom prst="rect">
            <a:avLst/>
          </a:prstGeom>
          <a:noFill/>
          <a:ln>
            <a:noFill/>
          </a:ln>
        </p:spPr>
        <p:txBody>
          <a:bodyPr spcFirstLastPara="1" wrap="square" lIns="45675" tIns="45675" rIns="45675" bIns="45675" anchor="t" anchorCtr="0">
            <a:spAutoFit/>
          </a:bodyPr>
          <a:lstStyle/>
          <a:p>
            <a:pPr marL="0" marR="0" lvl="0" indent="0" algn="ctr" rtl="0">
              <a:lnSpc>
                <a:spcPct val="100000"/>
              </a:lnSpc>
              <a:spcBef>
                <a:spcPts val="0"/>
              </a:spcBef>
              <a:spcAft>
                <a:spcPts val="0"/>
              </a:spcAft>
              <a:buClr>
                <a:srgbClr val="000000"/>
              </a:buClr>
              <a:buSzPts val="2200"/>
              <a:buFont typeface="Arial Rounded"/>
              <a:buNone/>
            </a:pPr>
            <a:r>
              <a:rPr lang="en-US" sz="2200" b="1" i="0" u="none" strike="noStrike" cap="none" dirty="0">
                <a:solidFill>
                  <a:srgbClr val="000000"/>
                </a:solidFill>
                <a:latin typeface="Arial Rounded"/>
                <a:ea typeface="Arial Rounded"/>
                <a:cs typeface="Arial Rounded"/>
                <a:sym typeface="Arial Rounded"/>
              </a:rPr>
              <a:t>GOKARAJU RANGARAJU INSTITUTE OF ENGINEERING AND TECHNOLOGY</a:t>
            </a:r>
            <a:endParaRPr sz="1400" b="0"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Rounded"/>
              <a:buNone/>
            </a:pPr>
            <a:r>
              <a:rPr lang="en-US" sz="2200" b="1" i="0" u="none" strike="noStrike" cap="none" dirty="0">
                <a:solidFill>
                  <a:srgbClr val="000000"/>
                </a:solidFill>
                <a:latin typeface="Arial Rounded"/>
                <a:ea typeface="Arial Rounded"/>
                <a:cs typeface="Arial Rounded"/>
                <a:sym typeface="Arial Rounded"/>
              </a:rPr>
              <a:t>Department of Computer Science and Engineering</a:t>
            </a:r>
            <a:endParaRPr sz="1400" b="0"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Clr>
                <a:schemeClr val="dk1"/>
              </a:buClr>
              <a:buSzPts val="2200"/>
              <a:buFont typeface="Arial Rounded"/>
              <a:buNone/>
            </a:pPr>
            <a:r>
              <a:rPr lang="en-US" sz="2200" b="1" i="0" u="none" strike="noStrike" cap="none" dirty="0">
                <a:solidFill>
                  <a:schemeClr val="dk1"/>
                </a:solidFill>
                <a:latin typeface="Arial Rounded"/>
                <a:ea typeface="Arial Rounded"/>
                <a:cs typeface="Arial Rounded"/>
                <a:sym typeface="Arial Rounded"/>
              </a:rPr>
              <a:t>MAJOR Project Phase-II Review-</a:t>
            </a:r>
            <a:r>
              <a:rPr lang="en-US" sz="2200" b="1" dirty="0">
                <a:solidFill>
                  <a:schemeClr val="dk1"/>
                </a:solidFill>
                <a:latin typeface="Arial Rounded"/>
                <a:ea typeface="Arial Rounded"/>
                <a:cs typeface="Arial Rounded"/>
                <a:sym typeface="Arial Rounded"/>
              </a:rPr>
              <a:t>2</a:t>
            </a:r>
            <a:endParaRPr sz="1400" b="0" i="0" u="none" strike="noStrike" cap="none" dirty="0">
              <a:solidFill>
                <a:srgbClr val="000000"/>
              </a:solidFill>
              <a:latin typeface="Arial"/>
              <a:ea typeface="Arial"/>
              <a:cs typeface="Arial"/>
              <a:sym typeface="Arial"/>
            </a:endParaRPr>
          </a:p>
        </p:txBody>
      </p:sp>
      <p:sp>
        <p:nvSpPr>
          <p:cNvPr id="157" name="Google Shape;157;g2c2692669a5_0_34"/>
          <p:cNvSpPr txBox="1"/>
          <p:nvPr/>
        </p:nvSpPr>
        <p:spPr>
          <a:xfrm>
            <a:off x="229175" y="1275574"/>
            <a:ext cx="11399400" cy="523200"/>
          </a:xfrm>
          <a:prstGeom prst="rect">
            <a:avLst/>
          </a:prstGeom>
          <a:noFill/>
          <a:ln>
            <a:noFill/>
          </a:ln>
        </p:spPr>
        <p:txBody>
          <a:bodyPr spcFirstLastPara="1" wrap="square" lIns="45675" tIns="45675" rIns="45675" bIns="45675" anchor="t" anchorCtr="0">
            <a:spAutoFit/>
          </a:bodyPr>
          <a:lstStyle/>
          <a:p>
            <a:pPr marL="0" marR="0" lvl="0" indent="0" algn="l" rtl="0">
              <a:lnSpc>
                <a:spcPct val="115000"/>
              </a:lnSpc>
              <a:spcBef>
                <a:spcPts val="0"/>
              </a:spcBef>
              <a:spcAft>
                <a:spcPts val="0"/>
              </a:spcAft>
              <a:buClr>
                <a:schemeClr val="dk1"/>
              </a:buClr>
              <a:buSzPts val="1100"/>
              <a:buFont typeface="Arial"/>
              <a:buNone/>
            </a:pPr>
            <a:endParaRPr sz="2800" b="1" i="0" u="none" strike="noStrike" cap="none">
              <a:solidFill>
                <a:srgbClr val="000000"/>
              </a:solidFill>
              <a:latin typeface="Times New Roman"/>
              <a:ea typeface="Times New Roman"/>
              <a:cs typeface="Times New Roman"/>
              <a:sym typeface="Times New Roman"/>
            </a:endParaRPr>
          </a:p>
        </p:txBody>
      </p:sp>
      <p:sp>
        <p:nvSpPr>
          <p:cNvPr id="158" name="Google Shape;158;g2c2692669a5_0_34"/>
          <p:cNvSpPr txBox="1">
            <a:spLocks noGrp="1"/>
          </p:cNvSpPr>
          <p:nvPr>
            <p:ph type="sldNum" idx="12"/>
          </p:nvPr>
        </p:nvSpPr>
        <p:spPr>
          <a:xfrm>
            <a:off x="11095216" y="6414769"/>
            <a:ext cx="258600" cy="276900"/>
          </a:xfrm>
          <a:prstGeom prst="rect">
            <a:avLst/>
          </a:prstGeom>
          <a:noFill/>
          <a:ln>
            <a:noFill/>
          </a:ln>
        </p:spPr>
        <p:txBody>
          <a:bodyPr spcFirstLastPara="1" wrap="square" lIns="45675" tIns="45675" rIns="45675" bIns="45675" anchor="ctr" anchorCtr="0">
            <a:spAutoFit/>
          </a:bodyPr>
          <a:lstStyle/>
          <a:p>
            <a:pPr marL="0" lvl="0" indent="0" algn="r" rtl="0">
              <a:lnSpc>
                <a:spcPct val="100000"/>
              </a:lnSpc>
              <a:spcBef>
                <a:spcPts val="0"/>
              </a:spcBef>
              <a:spcAft>
                <a:spcPts val="0"/>
              </a:spcAft>
              <a:buClr>
                <a:srgbClr val="888888"/>
              </a:buClr>
              <a:buSzPts val="1200"/>
              <a:buFont typeface="Calibri"/>
              <a:buNone/>
            </a:pPr>
            <a:fld id="{00000000-1234-1234-1234-123412341234}" type="slidenum">
              <a:rPr lang="en-US" sz="1200">
                <a:solidFill>
                  <a:srgbClr val="888888"/>
                </a:solidFill>
                <a:latin typeface="Calibri"/>
                <a:ea typeface="Calibri"/>
                <a:cs typeface="Calibri"/>
                <a:sym typeface="Calibri"/>
              </a:rPr>
              <a:t>10</a:t>
            </a:fld>
            <a:endParaRPr/>
          </a:p>
        </p:txBody>
      </p:sp>
      <p:sp>
        <p:nvSpPr>
          <p:cNvPr id="159" name="Google Shape;159;g2c2692669a5_0_34"/>
          <p:cNvSpPr txBox="1"/>
          <p:nvPr/>
        </p:nvSpPr>
        <p:spPr>
          <a:xfrm>
            <a:off x="352024" y="1144599"/>
            <a:ext cx="11399400" cy="523200"/>
          </a:xfrm>
          <a:prstGeom prst="rect">
            <a:avLst/>
          </a:prstGeom>
          <a:noFill/>
          <a:ln>
            <a:noFill/>
          </a:ln>
        </p:spPr>
        <p:txBody>
          <a:bodyPr spcFirstLastPara="1" wrap="square" lIns="45675" tIns="45675" rIns="45675" bIns="45675" anchor="t" anchorCtr="0">
            <a:spAutoFit/>
          </a:bodyPr>
          <a:lstStyle/>
          <a:p>
            <a:pPr marL="0" marR="0" lvl="0" indent="0" algn="just" rtl="0">
              <a:lnSpc>
                <a:spcPct val="100000"/>
              </a:lnSpc>
              <a:spcBef>
                <a:spcPts val="0"/>
              </a:spcBef>
              <a:spcAft>
                <a:spcPts val="0"/>
              </a:spcAft>
              <a:buClr>
                <a:srgbClr val="1F2328"/>
              </a:buClr>
              <a:buSzPts val="2600"/>
              <a:buFont typeface="Times New Roman"/>
              <a:buNone/>
            </a:pPr>
            <a:r>
              <a:rPr lang="en-US" sz="2800" b="1">
                <a:solidFill>
                  <a:srgbClr val="1F2328"/>
                </a:solidFill>
                <a:latin typeface="Times New Roman"/>
                <a:ea typeface="Times New Roman"/>
                <a:cs typeface="Times New Roman"/>
                <a:sym typeface="Times New Roman"/>
              </a:rPr>
              <a:t>Results</a:t>
            </a:r>
            <a:r>
              <a:rPr lang="en-US" sz="2800" b="1" i="0" u="none" strike="noStrike" cap="none">
                <a:solidFill>
                  <a:srgbClr val="1F2328"/>
                </a:solidFill>
                <a:latin typeface="Times New Roman"/>
                <a:ea typeface="Times New Roman"/>
                <a:cs typeface="Times New Roman"/>
                <a:sym typeface="Times New Roman"/>
              </a:rPr>
              <a:t>:</a:t>
            </a:r>
            <a:endParaRPr sz="2800" b="0" i="0" u="none" strike="noStrike" cap="none">
              <a:solidFill>
                <a:srgbClr val="000000"/>
              </a:solidFill>
              <a:latin typeface="Arial"/>
              <a:ea typeface="Arial"/>
              <a:cs typeface="Arial"/>
              <a:sym typeface="Arial"/>
            </a:endParaRPr>
          </a:p>
        </p:txBody>
      </p:sp>
      <p:pic>
        <p:nvPicPr>
          <p:cNvPr id="160" name="Google Shape;160;g2c2692669a5_0_34"/>
          <p:cNvPicPr preferRelativeResize="0"/>
          <p:nvPr/>
        </p:nvPicPr>
        <p:blipFill>
          <a:blip r:embed="rId4">
            <a:alphaModFix/>
          </a:blip>
          <a:stretch>
            <a:fillRect/>
          </a:stretch>
        </p:blipFill>
        <p:spPr>
          <a:xfrm>
            <a:off x="691149" y="1863925"/>
            <a:ext cx="10052147" cy="4309474"/>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Google Shape;165;g26ba4dd4811_1_18"/>
          <p:cNvSpPr txBox="1">
            <a:spLocks noGrp="1"/>
          </p:cNvSpPr>
          <p:nvPr>
            <p:ph type="ctrTitle" idx="4294967295"/>
          </p:nvPr>
        </p:nvSpPr>
        <p:spPr>
          <a:xfrm>
            <a:off x="111150" y="1330375"/>
            <a:ext cx="11969700" cy="5455200"/>
          </a:xfrm>
          <a:prstGeom prst="rect">
            <a:avLst/>
          </a:prstGeom>
          <a:noFill/>
          <a:ln>
            <a:noFill/>
          </a:ln>
        </p:spPr>
        <p:txBody>
          <a:bodyPr spcFirstLastPara="1" wrap="square" lIns="45675" tIns="45675" rIns="45675" bIns="45675" anchor="t" anchorCtr="0">
            <a:normAutofit fontScale="90000"/>
          </a:bodyPr>
          <a:lstStyle/>
          <a:p>
            <a:pPr marL="0" marR="0" lvl="0" indent="0" algn="l" rtl="0">
              <a:lnSpc>
                <a:spcPct val="90000"/>
              </a:lnSpc>
              <a:spcBef>
                <a:spcPts val="0"/>
              </a:spcBef>
              <a:spcAft>
                <a:spcPts val="0"/>
              </a:spcAft>
              <a:buClr>
                <a:srgbClr val="000000"/>
              </a:buClr>
              <a:buSzPct val="100000"/>
              <a:buFont typeface="Arial"/>
              <a:buNone/>
            </a:pPr>
            <a:endParaRPr sz="2700" b="0" i="0" u="none" strike="noStrike" cap="none">
              <a:solidFill>
                <a:srgbClr val="000000"/>
              </a:solidFill>
              <a:latin typeface="Arial"/>
              <a:ea typeface="Arial"/>
              <a:cs typeface="Arial"/>
              <a:sym typeface="Arial"/>
            </a:endParaRPr>
          </a:p>
          <a:p>
            <a:pPr marL="0" marR="0" lvl="0" indent="0" algn="l" rtl="0">
              <a:lnSpc>
                <a:spcPct val="90000"/>
              </a:lnSpc>
              <a:spcBef>
                <a:spcPts val="0"/>
              </a:spcBef>
              <a:spcAft>
                <a:spcPts val="0"/>
              </a:spcAft>
              <a:buClr>
                <a:srgbClr val="000000"/>
              </a:buClr>
              <a:buSzPct val="100000"/>
              <a:buFont typeface="Arial"/>
              <a:buNone/>
            </a:pPr>
            <a:endParaRPr sz="2700" b="0" i="0" u="none" strike="noStrike" cap="none">
              <a:solidFill>
                <a:srgbClr val="000000"/>
              </a:solidFill>
              <a:latin typeface="Arial"/>
              <a:ea typeface="Arial"/>
              <a:cs typeface="Arial"/>
              <a:sym typeface="Arial"/>
            </a:endParaRPr>
          </a:p>
          <a:p>
            <a:pPr marL="0" marR="0" lvl="0" indent="0" algn="l" rtl="0">
              <a:lnSpc>
                <a:spcPct val="90000"/>
              </a:lnSpc>
              <a:spcBef>
                <a:spcPts val="0"/>
              </a:spcBef>
              <a:spcAft>
                <a:spcPts val="0"/>
              </a:spcAft>
              <a:buClr>
                <a:srgbClr val="000000"/>
              </a:buClr>
              <a:buSzPct val="100000"/>
              <a:buFont typeface="Arial"/>
              <a:buNone/>
            </a:pPr>
            <a:endParaRPr sz="2700" b="0" i="0" u="none" strike="noStrike" cap="none">
              <a:solidFill>
                <a:srgbClr val="000000"/>
              </a:solidFill>
              <a:latin typeface="Arial"/>
              <a:ea typeface="Arial"/>
              <a:cs typeface="Arial"/>
              <a:sym typeface="Arial"/>
            </a:endParaRPr>
          </a:p>
          <a:p>
            <a:pPr marL="0" marR="0" lvl="0" indent="0" algn="l" rtl="0">
              <a:lnSpc>
                <a:spcPct val="90000"/>
              </a:lnSpc>
              <a:spcBef>
                <a:spcPts val="0"/>
              </a:spcBef>
              <a:spcAft>
                <a:spcPts val="0"/>
              </a:spcAft>
              <a:buClr>
                <a:srgbClr val="000000"/>
              </a:buClr>
              <a:buSzPct val="100000"/>
              <a:buFont typeface="Arial"/>
              <a:buNone/>
            </a:pPr>
            <a:endParaRPr sz="2700" b="0" i="0" u="none" strike="noStrike" cap="none">
              <a:solidFill>
                <a:srgbClr val="000000"/>
              </a:solidFill>
              <a:latin typeface="Arial"/>
              <a:ea typeface="Arial"/>
              <a:cs typeface="Arial"/>
              <a:sym typeface="Arial"/>
            </a:endParaRPr>
          </a:p>
          <a:p>
            <a:pPr marL="0" marR="0" lvl="0" indent="0" algn="l" rtl="0">
              <a:lnSpc>
                <a:spcPct val="90000"/>
              </a:lnSpc>
              <a:spcBef>
                <a:spcPts val="0"/>
              </a:spcBef>
              <a:spcAft>
                <a:spcPts val="0"/>
              </a:spcAft>
              <a:buClr>
                <a:srgbClr val="000000"/>
              </a:buClr>
              <a:buSzPct val="100000"/>
              <a:buFont typeface="Arial"/>
              <a:buNone/>
            </a:pPr>
            <a:endParaRPr sz="2700" b="0" i="0" u="none" strike="noStrike" cap="none">
              <a:solidFill>
                <a:srgbClr val="000000"/>
              </a:solidFill>
              <a:latin typeface="Arial"/>
              <a:ea typeface="Arial"/>
              <a:cs typeface="Arial"/>
              <a:sym typeface="Arial"/>
            </a:endParaRPr>
          </a:p>
          <a:p>
            <a:pPr marL="0" marR="0" lvl="0" indent="0" algn="l" rtl="0">
              <a:lnSpc>
                <a:spcPct val="90000"/>
              </a:lnSpc>
              <a:spcBef>
                <a:spcPts val="0"/>
              </a:spcBef>
              <a:spcAft>
                <a:spcPts val="0"/>
              </a:spcAft>
              <a:buClr>
                <a:srgbClr val="000000"/>
              </a:buClr>
              <a:buSzPct val="100000"/>
              <a:buFont typeface="Arial"/>
              <a:buNone/>
            </a:pPr>
            <a:endParaRPr sz="2700" b="0" i="0" u="none" strike="noStrike" cap="none">
              <a:solidFill>
                <a:srgbClr val="000000"/>
              </a:solidFill>
              <a:latin typeface="Arial"/>
              <a:ea typeface="Arial"/>
              <a:cs typeface="Arial"/>
              <a:sym typeface="Arial"/>
            </a:endParaRPr>
          </a:p>
          <a:p>
            <a:pPr marL="0" marR="0" lvl="0" indent="0" algn="l" rtl="0">
              <a:lnSpc>
                <a:spcPct val="90000"/>
              </a:lnSpc>
              <a:spcBef>
                <a:spcPts val="0"/>
              </a:spcBef>
              <a:spcAft>
                <a:spcPts val="0"/>
              </a:spcAft>
              <a:buClr>
                <a:srgbClr val="000000"/>
              </a:buClr>
              <a:buSzPct val="100000"/>
              <a:buFont typeface="Arial"/>
              <a:buNone/>
            </a:pPr>
            <a:endParaRPr sz="2700" b="0" i="0" u="none" strike="noStrike" cap="none">
              <a:solidFill>
                <a:srgbClr val="000000"/>
              </a:solidFill>
              <a:latin typeface="Arial"/>
              <a:ea typeface="Arial"/>
              <a:cs typeface="Arial"/>
              <a:sym typeface="Arial"/>
            </a:endParaRPr>
          </a:p>
          <a:p>
            <a:pPr marL="0" marR="0" lvl="0" indent="0" algn="l" rtl="0">
              <a:lnSpc>
                <a:spcPct val="90000"/>
              </a:lnSpc>
              <a:spcBef>
                <a:spcPts val="0"/>
              </a:spcBef>
              <a:spcAft>
                <a:spcPts val="0"/>
              </a:spcAft>
              <a:buClr>
                <a:srgbClr val="000000"/>
              </a:buClr>
              <a:buSzPct val="100000"/>
              <a:buFont typeface="Arial"/>
              <a:buNone/>
            </a:pPr>
            <a:endParaRPr sz="2700" b="0" i="0" u="none" strike="noStrike" cap="none">
              <a:solidFill>
                <a:srgbClr val="000000"/>
              </a:solidFill>
              <a:latin typeface="Arial"/>
              <a:ea typeface="Arial"/>
              <a:cs typeface="Arial"/>
              <a:sym typeface="Arial"/>
            </a:endParaRPr>
          </a:p>
          <a:p>
            <a:pPr marL="0" marR="0" lvl="0" indent="0" algn="l" rtl="0">
              <a:lnSpc>
                <a:spcPct val="90000"/>
              </a:lnSpc>
              <a:spcBef>
                <a:spcPts val="0"/>
              </a:spcBef>
              <a:spcAft>
                <a:spcPts val="0"/>
              </a:spcAft>
              <a:buClr>
                <a:srgbClr val="000000"/>
              </a:buClr>
              <a:buSzPct val="100000"/>
              <a:buFont typeface="Arial"/>
              <a:buNone/>
            </a:pPr>
            <a:endParaRPr sz="2700" b="0" i="0" u="none" strike="noStrike" cap="none">
              <a:solidFill>
                <a:srgbClr val="000000"/>
              </a:solidFill>
              <a:latin typeface="Arial"/>
              <a:ea typeface="Arial"/>
              <a:cs typeface="Arial"/>
              <a:sym typeface="Arial"/>
            </a:endParaRPr>
          </a:p>
          <a:p>
            <a:pPr marL="0" marR="0" lvl="0" indent="0" algn="l" rtl="0">
              <a:lnSpc>
                <a:spcPct val="90000"/>
              </a:lnSpc>
              <a:spcBef>
                <a:spcPts val="0"/>
              </a:spcBef>
              <a:spcAft>
                <a:spcPts val="0"/>
              </a:spcAft>
              <a:buClr>
                <a:srgbClr val="000000"/>
              </a:buClr>
              <a:buSzPct val="100000"/>
              <a:buFont typeface="Arial"/>
              <a:buNone/>
            </a:pPr>
            <a:endParaRPr sz="2700" b="0" i="0" u="none" strike="noStrike" cap="none">
              <a:solidFill>
                <a:srgbClr val="000000"/>
              </a:solidFill>
              <a:latin typeface="Arial"/>
              <a:ea typeface="Arial"/>
              <a:cs typeface="Arial"/>
              <a:sym typeface="Arial"/>
            </a:endParaRPr>
          </a:p>
          <a:p>
            <a:pPr marL="0" marR="0" lvl="0" indent="0" algn="l" rtl="0">
              <a:lnSpc>
                <a:spcPct val="90000"/>
              </a:lnSpc>
              <a:spcBef>
                <a:spcPts val="0"/>
              </a:spcBef>
              <a:spcAft>
                <a:spcPts val="0"/>
              </a:spcAft>
              <a:buClr>
                <a:srgbClr val="000000"/>
              </a:buClr>
              <a:buSzPct val="100000"/>
              <a:buFont typeface="Arial"/>
              <a:buNone/>
            </a:pPr>
            <a:endParaRPr sz="2700" b="0" i="0" u="none" strike="noStrike" cap="none">
              <a:solidFill>
                <a:srgbClr val="000000"/>
              </a:solidFill>
              <a:latin typeface="Arial"/>
              <a:ea typeface="Arial"/>
              <a:cs typeface="Arial"/>
              <a:sym typeface="Arial"/>
            </a:endParaRPr>
          </a:p>
          <a:p>
            <a:pPr marL="0" marR="0" lvl="0" indent="0" algn="l" rtl="0">
              <a:lnSpc>
                <a:spcPct val="90000"/>
              </a:lnSpc>
              <a:spcBef>
                <a:spcPts val="0"/>
              </a:spcBef>
              <a:spcAft>
                <a:spcPts val="0"/>
              </a:spcAft>
              <a:buClr>
                <a:srgbClr val="000000"/>
              </a:buClr>
              <a:buSzPct val="100000"/>
              <a:buFont typeface="Arial"/>
              <a:buNone/>
            </a:pPr>
            <a:endParaRPr sz="2700" b="0" i="0" u="none" strike="noStrike" cap="none">
              <a:solidFill>
                <a:srgbClr val="000000"/>
              </a:solidFill>
              <a:latin typeface="Arial"/>
              <a:ea typeface="Arial"/>
              <a:cs typeface="Arial"/>
              <a:sym typeface="Arial"/>
            </a:endParaRPr>
          </a:p>
          <a:p>
            <a:pPr marL="0" marR="0" lvl="0" indent="0" algn="l" rtl="0">
              <a:lnSpc>
                <a:spcPct val="90000"/>
              </a:lnSpc>
              <a:spcBef>
                <a:spcPts val="0"/>
              </a:spcBef>
              <a:spcAft>
                <a:spcPts val="0"/>
              </a:spcAft>
              <a:buClr>
                <a:srgbClr val="000000"/>
              </a:buClr>
              <a:buSzPct val="100000"/>
              <a:buFont typeface="Arial"/>
              <a:buNone/>
            </a:pPr>
            <a:endParaRPr sz="2700" b="0" i="0" u="none" strike="noStrike" cap="none">
              <a:solidFill>
                <a:srgbClr val="000000"/>
              </a:solidFill>
              <a:latin typeface="Arial"/>
              <a:ea typeface="Arial"/>
              <a:cs typeface="Arial"/>
              <a:sym typeface="Arial"/>
            </a:endParaRPr>
          </a:p>
          <a:p>
            <a:pPr marL="0" marR="0" lvl="0" indent="0" algn="l" rtl="0">
              <a:lnSpc>
                <a:spcPct val="90000"/>
              </a:lnSpc>
              <a:spcBef>
                <a:spcPts val="0"/>
              </a:spcBef>
              <a:spcAft>
                <a:spcPts val="0"/>
              </a:spcAft>
              <a:buClr>
                <a:srgbClr val="000000"/>
              </a:buClr>
              <a:buSzPct val="100000"/>
              <a:buFont typeface="Arial"/>
              <a:buNone/>
            </a:pPr>
            <a:endParaRPr sz="2700" b="0" i="0" u="none" strike="noStrike" cap="none">
              <a:solidFill>
                <a:srgbClr val="000000"/>
              </a:solidFill>
              <a:latin typeface="Arial"/>
              <a:ea typeface="Arial"/>
              <a:cs typeface="Arial"/>
              <a:sym typeface="Arial"/>
            </a:endParaRPr>
          </a:p>
          <a:p>
            <a:pPr marL="0" marR="0" lvl="0" indent="0" algn="l" rtl="0">
              <a:lnSpc>
                <a:spcPct val="90000"/>
              </a:lnSpc>
              <a:spcBef>
                <a:spcPts val="0"/>
              </a:spcBef>
              <a:spcAft>
                <a:spcPts val="0"/>
              </a:spcAft>
              <a:buClr>
                <a:srgbClr val="000000"/>
              </a:buClr>
              <a:buSzPct val="117391"/>
              <a:buFont typeface="Arial"/>
              <a:buNone/>
            </a:pPr>
            <a:br>
              <a:rPr lang="en-US" sz="2300" b="1" i="0" u="none" strike="noStrike" cap="none">
                <a:solidFill>
                  <a:srgbClr val="000000"/>
                </a:solidFill>
                <a:latin typeface="Arial"/>
                <a:ea typeface="Arial"/>
                <a:cs typeface="Arial"/>
                <a:sym typeface="Arial"/>
              </a:rPr>
            </a:br>
            <a:r>
              <a:rPr lang="en-US" sz="2300" b="1" i="0" u="none" strike="noStrike" cap="none">
                <a:solidFill>
                  <a:srgbClr val="000000"/>
                </a:solidFill>
                <a:latin typeface="Arial"/>
                <a:ea typeface="Arial"/>
                <a:cs typeface="Arial"/>
                <a:sym typeface="Arial"/>
              </a:rPr>
              <a:t>            				                        Fig </a:t>
            </a:r>
            <a:r>
              <a:rPr lang="en-US" sz="2300" b="1">
                <a:latin typeface="Arial"/>
                <a:ea typeface="Arial"/>
                <a:cs typeface="Arial"/>
                <a:sym typeface="Arial"/>
              </a:rPr>
              <a:t>12: Prediction Result</a:t>
            </a:r>
            <a:endParaRPr sz="2300" b="1" i="0" u="none" strike="noStrike" cap="none">
              <a:solidFill>
                <a:srgbClr val="000000"/>
              </a:solidFill>
              <a:latin typeface="Times New Roman"/>
              <a:ea typeface="Times New Roman"/>
              <a:cs typeface="Times New Roman"/>
              <a:sym typeface="Times New Roman"/>
            </a:endParaRPr>
          </a:p>
          <a:p>
            <a:pPr marL="0" marR="0" lvl="0" indent="0" algn="l" rtl="0">
              <a:lnSpc>
                <a:spcPct val="90000"/>
              </a:lnSpc>
              <a:spcBef>
                <a:spcPts val="0"/>
              </a:spcBef>
              <a:spcAft>
                <a:spcPts val="0"/>
              </a:spcAft>
              <a:buClr>
                <a:srgbClr val="000000"/>
              </a:buClr>
              <a:buSzPct val="100000"/>
              <a:buFont typeface="Arial"/>
              <a:buNone/>
            </a:pPr>
            <a:endParaRPr sz="2700" b="0" i="0" u="none" strike="noStrike" cap="none">
              <a:solidFill>
                <a:srgbClr val="000000"/>
              </a:solidFill>
              <a:latin typeface="Arial"/>
              <a:ea typeface="Arial"/>
              <a:cs typeface="Arial"/>
              <a:sym typeface="Arial"/>
            </a:endParaRPr>
          </a:p>
          <a:p>
            <a:pPr marL="0" marR="0" lvl="0" indent="0" algn="l" rtl="0">
              <a:lnSpc>
                <a:spcPct val="90000"/>
              </a:lnSpc>
              <a:spcBef>
                <a:spcPts val="0"/>
              </a:spcBef>
              <a:spcAft>
                <a:spcPts val="0"/>
              </a:spcAft>
              <a:buClr>
                <a:srgbClr val="000000"/>
              </a:buClr>
              <a:buSzPct val="100000"/>
              <a:buFont typeface="Arial"/>
              <a:buNone/>
            </a:pPr>
            <a:endParaRPr sz="2700" b="0" i="0" u="none" strike="noStrike" cap="none">
              <a:solidFill>
                <a:srgbClr val="000000"/>
              </a:solidFill>
              <a:latin typeface="Arial"/>
              <a:ea typeface="Arial"/>
              <a:cs typeface="Arial"/>
              <a:sym typeface="Arial"/>
            </a:endParaRPr>
          </a:p>
          <a:p>
            <a:pPr marL="0" marR="0" lvl="0" indent="0" algn="l" rtl="0">
              <a:lnSpc>
                <a:spcPct val="90000"/>
              </a:lnSpc>
              <a:spcBef>
                <a:spcPts val="0"/>
              </a:spcBef>
              <a:spcAft>
                <a:spcPts val="0"/>
              </a:spcAft>
              <a:buClr>
                <a:srgbClr val="000000"/>
              </a:buClr>
              <a:buSzPct val="100000"/>
              <a:buFont typeface="Arial"/>
              <a:buNone/>
            </a:pPr>
            <a:endParaRPr sz="2700" b="0" i="0" u="none" strike="noStrike" cap="none">
              <a:solidFill>
                <a:srgbClr val="000000"/>
              </a:solidFill>
              <a:latin typeface="Arial"/>
              <a:ea typeface="Arial"/>
              <a:cs typeface="Arial"/>
              <a:sym typeface="Arial"/>
            </a:endParaRPr>
          </a:p>
          <a:p>
            <a:pPr marL="0" marR="0" lvl="0" indent="0" algn="l" rtl="0">
              <a:lnSpc>
                <a:spcPct val="90000"/>
              </a:lnSpc>
              <a:spcBef>
                <a:spcPts val="0"/>
              </a:spcBef>
              <a:spcAft>
                <a:spcPts val="0"/>
              </a:spcAft>
              <a:buClr>
                <a:srgbClr val="000000"/>
              </a:buClr>
              <a:buSzPct val="100000"/>
              <a:buFont typeface="Arial"/>
              <a:buNone/>
            </a:pPr>
            <a:endParaRPr sz="2700" b="0" i="0" u="none" strike="noStrike" cap="none">
              <a:solidFill>
                <a:srgbClr val="000000"/>
              </a:solidFill>
              <a:latin typeface="Arial"/>
              <a:ea typeface="Arial"/>
              <a:cs typeface="Arial"/>
              <a:sym typeface="Arial"/>
            </a:endParaRPr>
          </a:p>
          <a:p>
            <a:pPr marL="0" marR="0" lvl="0" indent="0" algn="l" rtl="0">
              <a:lnSpc>
                <a:spcPct val="90000"/>
              </a:lnSpc>
              <a:spcBef>
                <a:spcPts val="0"/>
              </a:spcBef>
              <a:spcAft>
                <a:spcPts val="0"/>
              </a:spcAft>
              <a:buClr>
                <a:srgbClr val="000000"/>
              </a:buClr>
              <a:buSzPct val="100000"/>
              <a:buFont typeface="Arial"/>
              <a:buNone/>
            </a:pPr>
            <a:endParaRPr sz="2700" b="0" i="0" u="none" strike="noStrike" cap="none">
              <a:solidFill>
                <a:srgbClr val="000000"/>
              </a:solidFill>
              <a:latin typeface="Arial"/>
              <a:ea typeface="Arial"/>
              <a:cs typeface="Arial"/>
              <a:sym typeface="Arial"/>
            </a:endParaRPr>
          </a:p>
          <a:p>
            <a:pPr marL="0" marR="0" lvl="0" indent="0" algn="l" rtl="0">
              <a:lnSpc>
                <a:spcPct val="90000"/>
              </a:lnSpc>
              <a:spcBef>
                <a:spcPts val="0"/>
              </a:spcBef>
              <a:spcAft>
                <a:spcPts val="0"/>
              </a:spcAft>
              <a:buClr>
                <a:srgbClr val="000000"/>
              </a:buClr>
              <a:buSzPct val="100000"/>
              <a:buFont typeface="Arial"/>
              <a:buNone/>
            </a:pPr>
            <a:endParaRPr sz="2700" b="0" i="0" u="none" strike="noStrike" cap="none">
              <a:solidFill>
                <a:srgbClr val="000000"/>
              </a:solidFill>
              <a:latin typeface="Arial"/>
              <a:ea typeface="Arial"/>
              <a:cs typeface="Arial"/>
              <a:sym typeface="Arial"/>
            </a:endParaRPr>
          </a:p>
          <a:p>
            <a:pPr marL="0" marR="0" lvl="0" indent="0" algn="l" rtl="0">
              <a:lnSpc>
                <a:spcPct val="90000"/>
              </a:lnSpc>
              <a:spcBef>
                <a:spcPts val="0"/>
              </a:spcBef>
              <a:spcAft>
                <a:spcPts val="0"/>
              </a:spcAft>
              <a:buClr>
                <a:srgbClr val="000000"/>
              </a:buClr>
              <a:buSzPct val="100000"/>
              <a:buFont typeface="Arial"/>
              <a:buNone/>
            </a:pPr>
            <a:endParaRPr sz="2700" b="0" i="0" u="none" strike="noStrike" cap="none">
              <a:solidFill>
                <a:srgbClr val="000000"/>
              </a:solidFill>
              <a:latin typeface="Arial"/>
              <a:ea typeface="Arial"/>
              <a:cs typeface="Arial"/>
              <a:sym typeface="Arial"/>
            </a:endParaRPr>
          </a:p>
          <a:p>
            <a:pPr marL="0" marR="0" lvl="0" indent="0" algn="l" rtl="0">
              <a:lnSpc>
                <a:spcPct val="90000"/>
              </a:lnSpc>
              <a:spcBef>
                <a:spcPts val="0"/>
              </a:spcBef>
              <a:spcAft>
                <a:spcPts val="0"/>
              </a:spcAft>
              <a:buClr>
                <a:srgbClr val="000000"/>
              </a:buClr>
              <a:buSzPct val="100000"/>
              <a:buFont typeface="Arial"/>
              <a:buNone/>
            </a:pPr>
            <a:endParaRPr sz="2700" b="0" i="0" u="none" strike="noStrike" cap="none">
              <a:solidFill>
                <a:srgbClr val="000000"/>
              </a:solidFill>
              <a:latin typeface="Arial"/>
              <a:ea typeface="Arial"/>
              <a:cs typeface="Arial"/>
              <a:sym typeface="Arial"/>
            </a:endParaRPr>
          </a:p>
          <a:p>
            <a:pPr marL="0" marR="0" lvl="0" indent="0" algn="l" rtl="0">
              <a:lnSpc>
                <a:spcPct val="90000"/>
              </a:lnSpc>
              <a:spcBef>
                <a:spcPts val="0"/>
              </a:spcBef>
              <a:spcAft>
                <a:spcPts val="0"/>
              </a:spcAft>
              <a:buClr>
                <a:srgbClr val="000000"/>
              </a:buClr>
              <a:buSzPct val="100000"/>
              <a:buFont typeface="Arial"/>
              <a:buNone/>
            </a:pPr>
            <a:endParaRPr sz="2700" b="0" i="0" u="none" strike="noStrike" cap="none">
              <a:solidFill>
                <a:srgbClr val="000000"/>
              </a:solidFill>
              <a:latin typeface="Arial"/>
              <a:ea typeface="Arial"/>
              <a:cs typeface="Arial"/>
              <a:sym typeface="Arial"/>
            </a:endParaRPr>
          </a:p>
          <a:p>
            <a:pPr marL="0" marR="0" lvl="0" indent="0" algn="l" rtl="0">
              <a:lnSpc>
                <a:spcPct val="90000"/>
              </a:lnSpc>
              <a:spcBef>
                <a:spcPts val="0"/>
              </a:spcBef>
              <a:spcAft>
                <a:spcPts val="0"/>
              </a:spcAft>
              <a:buClr>
                <a:srgbClr val="000000"/>
              </a:buClr>
              <a:buSzPct val="100000"/>
              <a:buFont typeface="Arial"/>
              <a:buNone/>
            </a:pPr>
            <a:endParaRPr sz="2700" b="0" i="0" u="none" strike="noStrike" cap="none">
              <a:solidFill>
                <a:srgbClr val="000000"/>
              </a:solidFill>
              <a:latin typeface="Arial"/>
              <a:ea typeface="Arial"/>
              <a:cs typeface="Arial"/>
              <a:sym typeface="Arial"/>
            </a:endParaRPr>
          </a:p>
          <a:p>
            <a:pPr marL="0" marR="0" lvl="0" indent="0" algn="l" rtl="0">
              <a:lnSpc>
                <a:spcPct val="90000"/>
              </a:lnSpc>
              <a:spcBef>
                <a:spcPts val="0"/>
              </a:spcBef>
              <a:spcAft>
                <a:spcPts val="0"/>
              </a:spcAft>
              <a:buClr>
                <a:srgbClr val="000000"/>
              </a:buClr>
              <a:buSzPct val="100000"/>
              <a:buFont typeface="Arial"/>
              <a:buNone/>
            </a:pPr>
            <a:endParaRPr sz="2700" b="0" i="0" u="none" strike="noStrike" cap="none">
              <a:solidFill>
                <a:srgbClr val="000000"/>
              </a:solidFill>
              <a:latin typeface="Arial"/>
              <a:ea typeface="Arial"/>
              <a:cs typeface="Arial"/>
              <a:sym typeface="Arial"/>
            </a:endParaRPr>
          </a:p>
          <a:p>
            <a:pPr marL="0" marR="0" lvl="0" indent="0" algn="l" rtl="0">
              <a:lnSpc>
                <a:spcPct val="90000"/>
              </a:lnSpc>
              <a:spcBef>
                <a:spcPts val="0"/>
              </a:spcBef>
              <a:spcAft>
                <a:spcPts val="0"/>
              </a:spcAft>
              <a:buClr>
                <a:srgbClr val="000000"/>
              </a:buClr>
              <a:buSzPct val="100000"/>
              <a:buFont typeface="Arial"/>
              <a:buNone/>
            </a:pPr>
            <a:endParaRPr sz="2700" b="0" i="0" u="none" strike="noStrike" cap="none">
              <a:solidFill>
                <a:srgbClr val="000000"/>
              </a:solidFill>
              <a:latin typeface="Arial"/>
              <a:ea typeface="Arial"/>
              <a:cs typeface="Arial"/>
              <a:sym typeface="Arial"/>
            </a:endParaRPr>
          </a:p>
        </p:txBody>
      </p:sp>
      <p:pic>
        <p:nvPicPr>
          <p:cNvPr id="166" name="Google Shape;166;g26ba4dd4811_1_18" descr="Google Shape;238;g2476a7b157a_2_19"/>
          <p:cNvPicPr preferRelativeResize="0"/>
          <p:nvPr/>
        </p:nvPicPr>
        <p:blipFill rotWithShape="1">
          <a:blip r:embed="rId3">
            <a:alphaModFix/>
          </a:blip>
          <a:srcRect/>
          <a:stretch/>
        </p:blipFill>
        <p:spPr>
          <a:xfrm>
            <a:off x="51173" y="112491"/>
            <a:ext cx="1219201" cy="1144589"/>
          </a:xfrm>
          <a:prstGeom prst="rect">
            <a:avLst/>
          </a:prstGeom>
          <a:noFill/>
          <a:ln>
            <a:noFill/>
          </a:ln>
        </p:spPr>
      </p:pic>
      <p:sp>
        <p:nvSpPr>
          <p:cNvPr id="167" name="Google Shape;167;g26ba4dd4811_1_18"/>
          <p:cNvSpPr txBox="1"/>
          <p:nvPr/>
        </p:nvSpPr>
        <p:spPr>
          <a:xfrm>
            <a:off x="1388399" y="297999"/>
            <a:ext cx="10659000" cy="1108200"/>
          </a:xfrm>
          <a:prstGeom prst="rect">
            <a:avLst/>
          </a:prstGeom>
          <a:noFill/>
          <a:ln>
            <a:noFill/>
          </a:ln>
        </p:spPr>
        <p:txBody>
          <a:bodyPr spcFirstLastPara="1" wrap="square" lIns="45675" tIns="45675" rIns="45675" bIns="45675" anchor="t" anchorCtr="0">
            <a:spAutoFit/>
          </a:bodyPr>
          <a:lstStyle/>
          <a:p>
            <a:pPr marL="0" marR="0" lvl="0" indent="0" algn="ctr" rtl="0">
              <a:lnSpc>
                <a:spcPct val="100000"/>
              </a:lnSpc>
              <a:spcBef>
                <a:spcPts val="0"/>
              </a:spcBef>
              <a:spcAft>
                <a:spcPts val="0"/>
              </a:spcAft>
              <a:buClr>
                <a:srgbClr val="000000"/>
              </a:buClr>
              <a:buSzPts val="2200"/>
              <a:buFont typeface="Arial Rounded"/>
              <a:buNone/>
            </a:pPr>
            <a:r>
              <a:rPr lang="en-US" sz="2200" b="1" i="0" u="none" strike="noStrike" cap="none" dirty="0">
                <a:solidFill>
                  <a:srgbClr val="000000"/>
                </a:solidFill>
                <a:latin typeface="Arial Rounded"/>
                <a:ea typeface="Arial Rounded"/>
                <a:cs typeface="Arial Rounded"/>
                <a:sym typeface="Arial Rounded"/>
              </a:rPr>
              <a:t>GOKARAJU RANGARAJU INSTITUTE OF ENGINEERING AND TECHNOLOGY</a:t>
            </a:r>
            <a:endParaRPr sz="1400" b="0"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Rounded"/>
              <a:buNone/>
            </a:pPr>
            <a:r>
              <a:rPr lang="en-US" sz="2200" b="1" i="0" u="none" strike="noStrike" cap="none" dirty="0">
                <a:solidFill>
                  <a:srgbClr val="000000"/>
                </a:solidFill>
                <a:latin typeface="Arial Rounded"/>
                <a:ea typeface="Arial Rounded"/>
                <a:cs typeface="Arial Rounded"/>
                <a:sym typeface="Arial Rounded"/>
              </a:rPr>
              <a:t>Department of Computer Science and Engineering</a:t>
            </a:r>
            <a:endParaRPr sz="1400" b="0"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Clr>
                <a:schemeClr val="dk1"/>
              </a:buClr>
              <a:buSzPts val="2200"/>
              <a:buFont typeface="Arial Rounded"/>
              <a:buNone/>
            </a:pPr>
            <a:r>
              <a:rPr lang="en-US" sz="2200" b="1" i="0" u="none" strike="noStrike" cap="none" dirty="0">
                <a:solidFill>
                  <a:schemeClr val="dk1"/>
                </a:solidFill>
                <a:latin typeface="Arial Rounded"/>
                <a:ea typeface="Arial Rounded"/>
                <a:cs typeface="Arial Rounded"/>
                <a:sym typeface="Arial Rounded"/>
              </a:rPr>
              <a:t>MAJOR Project Phase-II Review-</a:t>
            </a:r>
            <a:r>
              <a:rPr lang="en-US" sz="2200" b="1" dirty="0">
                <a:solidFill>
                  <a:schemeClr val="dk1"/>
                </a:solidFill>
                <a:latin typeface="Arial Rounded"/>
                <a:ea typeface="Arial Rounded"/>
                <a:cs typeface="Arial Rounded"/>
                <a:sym typeface="Arial Rounded"/>
              </a:rPr>
              <a:t>2</a:t>
            </a:r>
            <a:endParaRPr sz="1400" b="0" i="0" u="none" strike="noStrike" cap="none" dirty="0">
              <a:solidFill>
                <a:srgbClr val="000000"/>
              </a:solidFill>
              <a:latin typeface="Arial"/>
              <a:ea typeface="Arial"/>
              <a:cs typeface="Arial"/>
              <a:sym typeface="Arial"/>
            </a:endParaRPr>
          </a:p>
        </p:txBody>
      </p:sp>
      <p:sp>
        <p:nvSpPr>
          <p:cNvPr id="168" name="Google Shape;168;g26ba4dd4811_1_18"/>
          <p:cNvSpPr txBox="1"/>
          <p:nvPr/>
        </p:nvSpPr>
        <p:spPr>
          <a:xfrm>
            <a:off x="229175" y="1275574"/>
            <a:ext cx="11399400" cy="523200"/>
          </a:xfrm>
          <a:prstGeom prst="rect">
            <a:avLst/>
          </a:prstGeom>
          <a:noFill/>
          <a:ln>
            <a:noFill/>
          </a:ln>
        </p:spPr>
        <p:txBody>
          <a:bodyPr spcFirstLastPara="1" wrap="square" lIns="45675" tIns="45675" rIns="45675" bIns="45675" anchor="t" anchorCtr="0">
            <a:spAutoFit/>
          </a:bodyPr>
          <a:lstStyle/>
          <a:p>
            <a:pPr marL="0" marR="0" lvl="0" indent="0" algn="l" rtl="0">
              <a:lnSpc>
                <a:spcPct val="115000"/>
              </a:lnSpc>
              <a:spcBef>
                <a:spcPts val="0"/>
              </a:spcBef>
              <a:spcAft>
                <a:spcPts val="0"/>
              </a:spcAft>
              <a:buClr>
                <a:schemeClr val="dk1"/>
              </a:buClr>
              <a:buSzPts val="1100"/>
              <a:buFont typeface="Arial"/>
              <a:buNone/>
            </a:pPr>
            <a:endParaRPr sz="2800" b="1" i="0" u="none" strike="noStrike" cap="none">
              <a:solidFill>
                <a:srgbClr val="000000"/>
              </a:solidFill>
              <a:latin typeface="Times New Roman"/>
              <a:ea typeface="Times New Roman"/>
              <a:cs typeface="Times New Roman"/>
              <a:sym typeface="Times New Roman"/>
            </a:endParaRPr>
          </a:p>
        </p:txBody>
      </p:sp>
      <p:sp>
        <p:nvSpPr>
          <p:cNvPr id="169" name="Google Shape;169;g26ba4dd4811_1_18"/>
          <p:cNvSpPr txBox="1">
            <a:spLocks noGrp="1"/>
          </p:cNvSpPr>
          <p:nvPr>
            <p:ph type="sldNum" idx="12"/>
          </p:nvPr>
        </p:nvSpPr>
        <p:spPr>
          <a:xfrm>
            <a:off x="11095216" y="6414769"/>
            <a:ext cx="258600" cy="276900"/>
          </a:xfrm>
          <a:prstGeom prst="rect">
            <a:avLst/>
          </a:prstGeom>
          <a:noFill/>
          <a:ln>
            <a:noFill/>
          </a:ln>
        </p:spPr>
        <p:txBody>
          <a:bodyPr spcFirstLastPara="1" wrap="square" lIns="45675" tIns="45675" rIns="45675" bIns="45675" anchor="ctr" anchorCtr="0">
            <a:spAutoFit/>
          </a:bodyPr>
          <a:lstStyle/>
          <a:p>
            <a:pPr marL="0" lvl="0" indent="0" algn="r" rtl="0">
              <a:lnSpc>
                <a:spcPct val="100000"/>
              </a:lnSpc>
              <a:spcBef>
                <a:spcPts val="0"/>
              </a:spcBef>
              <a:spcAft>
                <a:spcPts val="0"/>
              </a:spcAft>
              <a:buClr>
                <a:srgbClr val="888888"/>
              </a:buClr>
              <a:buSzPts val="1200"/>
              <a:buFont typeface="Calibri"/>
              <a:buNone/>
            </a:pPr>
            <a:fld id="{00000000-1234-1234-1234-123412341234}" type="slidenum">
              <a:rPr lang="en-US" sz="1200">
                <a:solidFill>
                  <a:srgbClr val="888888"/>
                </a:solidFill>
                <a:latin typeface="Calibri"/>
                <a:ea typeface="Calibri"/>
                <a:cs typeface="Calibri"/>
                <a:sym typeface="Calibri"/>
              </a:rPr>
              <a:t>11</a:t>
            </a:fld>
            <a:endParaRPr/>
          </a:p>
        </p:txBody>
      </p:sp>
      <p:sp>
        <p:nvSpPr>
          <p:cNvPr id="170" name="Google Shape;170;g26ba4dd4811_1_18"/>
          <p:cNvSpPr txBox="1"/>
          <p:nvPr/>
        </p:nvSpPr>
        <p:spPr>
          <a:xfrm>
            <a:off x="352024" y="1144599"/>
            <a:ext cx="11399400" cy="523200"/>
          </a:xfrm>
          <a:prstGeom prst="rect">
            <a:avLst/>
          </a:prstGeom>
          <a:noFill/>
          <a:ln>
            <a:noFill/>
          </a:ln>
        </p:spPr>
        <p:txBody>
          <a:bodyPr spcFirstLastPara="1" wrap="square" lIns="45675" tIns="45675" rIns="45675" bIns="45675" anchor="t" anchorCtr="0">
            <a:spAutoFit/>
          </a:bodyPr>
          <a:lstStyle/>
          <a:p>
            <a:pPr marL="0" marR="0" lvl="0" indent="0" algn="just" rtl="0">
              <a:lnSpc>
                <a:spcPct val="100000"/>
              </a:lnSpc>
              <a:spcBef>
                <a:spcPts val="0"/>
              </a:spcBef>
              <a:spcAft>
                <a:spcPts val="0"/>
              </a:spcAft>
              <a:buClr>
                <a:srgbClr val="1F2328"/>
              </a:buClr>
              <a:buSzPts val="2600"/>
              <a:buFont typeface="Times New Roman"/>
              <a:buNone/>
            </a:pPr>
            <a:r>
              <a:rPr lang="en-US" sz="2800" b="1">
                <a:solidFill>
                  <a:srgbClr val="1F2328"/>
                </a:solidFill>
                <a:latin typeface="Times New Roman"/>
                <a:ea typeface="Times New Roman"/>
                <a:cs typeface="Times New Roman"/>
                <a:sym typeface="Times New Roman"/>
              </a:rPr>
              <a:t>Results</a:t>
            </a:r>
            <a:r>
              <a:rPr lang="en-US" sz="2800" b="1" i="0" u="none" strike="noStrike" cap="none">
                <a:solidFill>
                  <a:srgbClr val="1F2328"/>
                </a:solidFill>
                <a:latin typeface="Times New Roman"/>
                <a:ea typeface="Times New Roman"/>
                <a:cs typeface="Times New Roman"/>
                <a:sym typeface="Times New Roman"/>
              </a:rPr>
              <a:t>:</a:t>
            </a:r>
            <a:endParaRPr sz="2800" b="0" i="0" u="none" strike="noStrike" cap="none">
              <a:solidFill>
                <a:srgbClr val="000000"/>
              </a:solidFill>
              <a:latin typeface="Arial"/>
              <a:ea typeface="Arial"/>
              <a:cs typeface="Arial"/>
              <a:sym typeface="Arial"/>
            </a:endParaRPr>
          </a:p>
        </p:txBody>
      </p:sp>
      <p:pic>
        <p:nvPicPr>
          <p:cNvPr id="171" name="Google Shape;171;g26ba4dd4811_1_18"/>
          <p:cNvPicPr preferRelativeResize="0"/>
          <p:nvPr/>
        </p:nvPicPr>
        <p:blipFill>
          <a:blip r:embed="rId4">
            <a:alphaModFix/>
          </a:blip>
          <a:stretch>
            <a:fillRect/>
          </a:stretch>
        </p:blipFill>
        <p:spPr>
          <a:xfrm>
            <a:off x="2981750" y="1729000"/>
            <a:ext cx="6015225" cy="4379424"/>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g2b398b6531d_0_8"/>
          <p:cNvSpPr txBox="1">
            <a:spLocks noGrp="1"/>
          </p:cNvSpPr>
          <p:nvPr>
            <p:ph type="ctrTitle" idx="4294967295"/>
          </p:nvPr>
        </p:nvSpPr>
        <p:spPr>
          <a:xfrm>
            <a:off x="279700" y="2061550"/>
            <a:ext cx="11756700" cy="4361400"/>
          </a:xfrm>
          <a:prstGeom prst="rect">
            <a:avLst/>
          </a:prstGeom>
          <a:noFill/>
          <a:ln>
            <a:noFill/>
          </a:ln>
        </p:spPr>
        <p:txBody>
          <a:bodyPr spcFirstLastPara="1" wrap="square" lIns="45675" tIns="45675" rIns="45675" bIns="45675" anchor="t" anchorCtr="0">
            <a:noAutofit/>
          </a:bodyPr>
          <a:lstStyle/>
          <a:p>
            <a:pPr marL="0" marR="0" lvl="0" indent="0" algn="l" rtl="0">
              <a:lnSpc>
                <a:spcPct val="90000"/>
              </a:lnSpc>
              <a:spcBef>
                <a:spcPts val="0"/>
              </a:spcBef>
              <a:spcAft>
                <a:spcPts val="0"/>
              </a:spcAft>
              <a:buClr>
                <a:schemeClr val="dk1"/>
              </a:buClr>
              <a:buSzPts val="1100"/>
              <a:buFont typeface="Arial"/>
              <a:buNone/>
            </a:pPr>
            <a:endParaRPr sz="2100" b="0" i="0" u="none" strike="noStrike" cap="none">
              <a:solidFill>
                <a:srgbClr val="000000"/>
              </a:solidFill>
              <a:latin typeface="Times New Roman"/>
              <a:ea typeface="Times New Roman"/>
              <a:cs typeface="Times New Roman"/>
              <a:sym typeface="Times New Roman"/>
            </a:endParaRPr>
          </a:p>
          <a:p>
            <a:pPr marL="0" marR="0" lvl="0" indent="0" algn="l" rtl="0">
              <a:lnSpc>
                <a:spcPct val="90000"/>
              </a:lnSpc>
              <a:spcBef>
                <a:spcPts val="0"/>
              </a:spcBef>
              <a:spcAft>
                <a:spcPts val="0"/>
              </a:spcAft>
              <a:buClr>
                <a:srgbClr val="000000"/>
              </a:buClr>
              <a:buSzPts val="4717"/>
              <a:buFont typeface="Calibri"/>
              <a:buNone/>
            </a:pPr>
            <a:br>
              <a:rPr lang="en-US" sz="2100" b="0" i="0" u="none" strike="noStrike" cap="none">
                <a:solidFill>
                  <a:srgbClr val="000000"/>
                </a:solidFill>
                <a:latin typeface="Times New Roman"/>
                <a:ea typeface="Times New Roman"/>
                <a:cs typeface="Times New Roman"/>
                <a:sym typeface="Times New Roman"/>
              </a:rPr>
            </a:br>
            <a:br>
              <a:rPr lang="en-US" sz="2100" b="0" i="0" u="none" strike="noStrike" cap="none">
                <a:solidFill>
                  <a:srgbClr val="000000"/>
                </a:solidFill>
                <a:latin typeface="Times New Roman"/>
                <a:ea typeface="Times New Roman"/>
                <a:cs typeface="Times New Roman"/>
                <a:sym typeface="Times New Roman"/>
              </a:rPr>
            </a:br>
            <a:br>
              <a:rPr lang="en-US" sz="2100" b="0" i="0" u="none" strike="noStrike" cap="none">
                <a:solidFill>
                  <a:srgbClr val="000000"/>
                </a:solidFill>
                <a:latin typeface="Times New Roman"/>
                <a:ea typeface="Times New Roman"/>
                <a:cs typeface="Times New Roman"/>
                <a:sym typeface="Times New Roman"/>
              </a:rPr>
            </a:br>
            <a:br>
              <a:rPr lang="en-US" sz="2100" b="0" i="0" u="none" strike="noStrike" cap="none">
                <a:solidFill>
                  <a:srgbClr val="000000"/>
                </a:solidFill>
                <a:latin typeface="Times New Roman"/>
                <a:ea typeface="Times New Roman"/>
                <a:cs typeface="Times New Roman"/>
                <a:sym typeface="Times New Roman"/>
              </a:rPr>
            </a:br>
            <a:br>
              <a:rPr lang="en-US" sz="2100" b="0" i="0" u="none" strike="noStrike" cap="none">
                <a:solidFill>
                  <a:srgbClr val="000000"/>
                </a:solidFill>
                <a:latin typeface="Times New Roman"/>
                <a:ea typeface="Times New Roman"/>
                <a:cs typeface="Times New Roman"/>
                <a:sym typeface="Times New Roman"/>
              </a:rPr>
            </a:br>
            <a:endParaRPr sz="2100" b="0" i="0" u="none" strike="noStrike" cap="none">
              <a:solidFill>
                <a:srgbClr val="000000"/>
              </a:solidFill>
              <a:latin typeface="Times New Roman"/>
              <a:ea typeface="Times New Roman"/>
              <a:cs typeface="Times New Roman"/>
              <a:sym typeface="Times New Roman"/>
            </a:endParaRPr>
          </a:p>
          <a:p>
            <a:pPr marL="0" marR="0" lvl="0" indent="0" algn="l" rtl="0">
              <a:lnSpc>
                <a:spcPct val="90000"/>
              </a:lnSpc>
              <a:spcBef>
                <a:spcPts val="0"/>
              </a:spcBef>
              <a:spcAft>
                <a:spcPts val="0"/>
              </a:spcAft>
              <a:buClr>
                <a:srgbClr val="000000"/>
              </a:buClr>
              <a:buSzPts val="4717"/>
              <a:buFont typeface="Calibri"/>
              <a:buNone/>
            </a:pPr>
            <a:endParaRPr sz="2100" b="0" i="0" u="none" strike="noStrike" cap="none">
              <a:solidFill>
                <a:srgbClr val="000000"/>
              </a:solidFill>
              <a:latin typeface="Times New Roman"/>
              <a:ea typeface="Times New Roman"/>
              <a:cs typeface="Times New Roman"/>
              <a:sym typeface="Times New Roman"/>
            </a:endParaRPr>
          </a:p>
          <a:p>
            <a:pPr marL="0" marR="0" lvl="0" indent="0" algn="l" rtl="0">
              <a:lnSpc>
                <a:spcPct val="90000"/>
              </a:lnSpc>
              <a:spcBef>
                <a:spcPts val="0"/>
              </a:spcBef>
              <a:spcAft>
                <a:spcPts val="0"/>
              </a:spcAft>
              <a:buClr>
                <a:srgbClr val="000000"/>
              </a:buClr>
              <a:buSzPts val="4717"/>
              <a:buFont typeface="Calibri"/>
              <a:buNone/>
            </a:pPr>
            <a:r>
              <a:rPr lang="en-US" sz="2100" b="0" i="0" u="none" strike="noStrike" cap="none">
                <a:solidFill>
                  <a:srgbClr val="000000"/>
                </a:solidFill>
                <a:latin typeface="Times New Roman"/>
                <a:ea typeface="Times New Roman"/>
                <a:cs typeface="Times New Roman"/>
                <a:sym typeface="Times New Roman"/>
              </a:rPr>
              <a:t>                                                                                                     </a:t>
            </a:r>
            <a:endParaRPr sz="2100" b="0" i="0" u="none" strike="noStrike" cap="none">
              <a:solidFill>
                <a:srgbClr val="000000"/>
              </a:solidFill>
              <a:latin typeface="Times New Roman"/>
              <a:ea typeface="Times New Roman"/>
              <a:cs typeface="Times New Roman"/>
              <a:sym typeface="Times New Roman"/>
            </a:endParaRPr>
          </a:p>
          <a:p>
            <a:pPr marL="0" marR="0" lvl="0" indent="0" algn="l" rtl="0">
              <a:lnSpc>
                <a:spcPct val="90000"/>
              </a:lnSpc>
              <a:spcBef>
                <a:spcPts val="0"/>
              </a:spcBef>
              <a:spcAft>
                <a:spcPts val="0"/>
              </a:spcAft>
              <a:buClr>
                <a:srgbClr val="000000"/>
              </a:buClr>
              <a:buSzPts val="4717"/>
              <a:buFont typeface="Calibri"/>
              <a:buNone/>
            </a:pPr>
            <a:r>
              <a:rPr lang="en-US" sz="2100" b="0" i="0" u="none" strike="noStrike" cap="none">
                <a:solidFill>
                  <a:srgbClr val="000000"/>
                </a:solidFill>
                <a:latin typeface="Times New Roman"/>
                <a:ea typeface="Times New Roman"/>
                <a:cs typeface="Times New Roman"/>
                <a:sym typeface="Times New Roman"/>
              </a:rPr>
              <a:t>                                                                                                 </a:t>
            </a:r>
            <a:endParaRPr sz="2100" b="0" i="0" u="none" strike="noStrike" cap="none">
              <a:solidFill>
                <a:srgbClr val="000000"/>
              </a:solidFill>
              <a:latin typeface="Times New Roman"/>
              <a:ea typeface="Times New Roman"/>
              <a:cs typeface="Times New Roman"/>
              <a:sym typeface="Times New Roman"/>
            </a:endParaRPr>
          </a:p>
        </p:txBody>
      </p:sp>
      <p:pic>
        <p:nvPicPr>
          <p:cNvPr id="177" name="Google Shape;177;g2b398b6531d_0_8" descr="Google Shape;205;g2826546880a_3_4"/>
          <p:cNvPicPr preferRelativeResize="0"/>
          <p:nvPr/>
        </p:nvPicPr>
        <p:blipFill rotWithShape="1">
          <a:blip r:embed="rId3">
            <a:alphaModFix/>
          </a:blip>
          <a:srcRect/>
          <a:stretch/>
        </p:blipFill>
        <p:spPr>
          <a:xfrm>
            <a:off x="112598" y="338205"/>
            <a:ext cx="1219201" cy="1144589"/>
          </a:xfrm>
          <a:prstGeom prst="rect">
            <a:avLst/>
          </a:prstGeom>
          <a:noFill/>
          <a:ln>
            <a:noFill/>
          </a:ln>
        </p:spPr>
      </p:pic>
      <p:sp>
        <p:nvSpPr>
          <p:cNvPr id="178" name="Google Shape;178;g2b398b6531d_0_8"/>
          <p:cNvSpPr txBox="1"/>
          <p:nvPr/>
        </p:nvSpPr>
        <p:spPr>
          <a:xfrm>
            <a:off x="1420402" y="441607"/>
            <a:ext cx="10659000" cy="1108200"/>
          </a:xfrm>
          <a:prstGeom prst="rect">
            <a:avLst/>
          </a:prstGeom>
          <a:noFill/>
          <a:ln>
            <a:noFill/>
          </a:ln>
        </p:spPr>
        <p:txBody>
          <a:bodyPr spcFirstLastPara="1" wrap="square" lIns="45675" tIns="45675" rIns="45675" bIns="45675" anchor="t" anchorCtr="0">
            <a:spAutoFit/>
          </a:bodyPr>
          <a:lstStyle/>
          <a:p>
            <a:pPr marL="0" marR="0" lvl="0" indent="0" algn="ctr" rtl="0">
              <a:lnSpc>
                <a:spcPct val="100000"/>
              </a:lnSpc>
              <a:spcBef>
                <a:spcPts val="0"/>
              </a:spcBef>
              <a:spcAft>
                <a:spcPts val="0"/>
              </a:spcAft>
              <a:buClr>
                <a:srgbClr val="000000"/>
              </a:buClr>
              <a:buSzPts val="2200"/>
              <a:buFont typeface="Arial Rounded"/>
              <a:buNone/>
            </a:pPr>
            <a:r>
              <a:rPr lang="en-US" sz="2200" b="1" i="0" u="none" strike="noStrike" cap="none" dirty="0">
                <a:solidFill>
                  <a:srgbClr val="000000"/>
                </a:solidFill>
                <a:latin typeface="Arial Rounded"/>
                <a:ea typeface="Arial Rounded"/>
                <a:cs typeface="Arial Rounded"/>
                <a:sym typeface="Arial Rounded"/>
              </a:rPr>
              <a:t>GOKARAJU RANGARAJU INSTITUTE OF ENGINEERING AND TECHNOLOGY</a:t>
            </a:r>
            <a:endParaRPr sz="1400" b="0"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Rounded"/>
              <a:buNone/>
            </a:pPr>
            <a:r>
              <a:rPr lang="en-US" sz="2200" b="1" i="0" u="none" strike="noStrike" cap="none" dirty="0">
                <a:solidFill>
                  <a:srgbClr val="000000"/>
                </a:solidFill>
                <a:latin typeface="Arial Rounded"/>
                <a:ea typeface="Arial Rounded"/>
                <a:cs typeface="Arial Rounded"/>
                <a:sym typeface="Arial Rounded"/>
              </a:rPr>
              <a:t>Department of Computer Science and Engineering</a:t>
            </a:r>
            <a:endParaRPr sz="1400" b="0"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Clr>
                <a:schemeClr val="dk1"/>
              </a:buClr>
              <a:buSzPts val="2200"/>
              <a:buFont typeface="Arial Rounded"/>
              <a:buNone/>
            </a:pPr>
            <a:r>
              <a:rPr lang="en-US" sz="2200" b="1" i="0" u="none" strike="noStrike" cap="none" dirty="0">
                <a:solidFill>
                  <a:schemeClr val="dk1"/>
                </a:solidFill>
                <a:latin typeface="Arial Rounded"/>
                <a:ea typeface="Arial Rounded"/>
                <a:cs typeface="Arial Rounded"/>
                <a:sym typeface="Arial Rounded"/>
              </a:rPr>
              <a:t>MAJOR Project Phase-II Review-</a:t>
            </a:r>
            <a:r>
              <a:rPr lang="en-US" sz="2200" b="1" dirty="0">
                <a:solidFill>
                  <a:schemeClr val="dk1"/>
                </a:solidFill>
                <a:latin typeface="Arial Rounded"/>
                <a:ea typeface="Arial Rounded"/>
                <a:cs typeface="Arial Rounded"/>
                <a:sym typeface="Arial Rounded"/>
              </a:rPr>
              <a:t>2</a:t>
            </a:r>
            <a:endParaRPr sz="1400" b="0" i="0" u="none" strike="noStrike" cap="none" dirty="0">
              <a:solidFill>
                <a:srgbClr val="000000"/>
              </a:solidFill>
              <a:latin typeface="Arial"/>
              <a:ea typeface="Arial"/>
              <a:cs typeface="Arial"/>
              <a:sym typeface="Arial"/>
            </a:endParaRPr>
          </a:p>
        </p:txBody>
      </p:sp>
      <p:sp>
        <p:nvSpPr>
          <p:cNvPr id="179" name="Google Shape;179;g2b398b6531d_0_8"/>
          <p:cNvSpPr txBox="1"/>
          <p:nvPr/>
        </p:nvSpPr>
        <p:spPr>
          <a:xfrm>
            <a:off x="233675" y="1486792"/>
            <a:ext cx="10980600" cy="480300"/>
          </a:xfrm>
          <a:prstGeom prst="rect">
            <a:avLst/>
          </a:prstGeom>
          <a:noFill/>
          <a:ln>
            <a:noFill/>
          </a:ln>
        </p:spPr>
        <p:txBody>
          <a:bodyPr spcFirstLastPara="1" wrap="square" lIns="45675" tIns="45675" rIns="45675" bIns="45675" anchor="t" anchorCtr="0">
            <a:spAutoFit/>
          </a:bodyPr>
          <a:lstStyle/>
          <a:p>
            <a:pPr marL="0" marR="0" lvl="0" indent="0" algn="l" rtl="0">
              <a:lnSpc>
                <a:spcPct val="90000"/>
              </a:lnSpc>
              <a:spcBef>
                <a:spcPts val="0"/>
              </a:spcBef>
              <a:spcAft>
                <a:spcPts val="0"/>
              </a:spcAft>
              <a:buClr>
                <a:schemeClr val="dk1"/>
              </a:buClr>
              <a:buSzPts val="4717"/>
              <a:buFont typeface="Calibri"/>
              <a:buNone/>
            </a:pPr>
            <a:r>
              <a:rPr lang="en-US" sz="2800" b="1" i="0" u="none" strike="noStrike" cap="none">
                <a:solidFill>
                  <a:schemeClr val="dk1"/>
                </a:solidFill>
                <a:latin typeface="Times New Roman"/>
                <a:ea typeface="Times New Roman"/>
                <a:cs typeface="Times New Roman"/>
                <a:sym typeface="Times New Roman"/>
              </a:rPr>
              <a:t>Test</a:t>
            </a:r>
            <a:r>
              <a:rPr lang="en-US" sz="2800" b="1">
                <a:solidFill>
                  <a:schemeClr val="dk1"/>
                </a:solidFill>
                <a:latin typeface="Times New Roman"/>
                <a:ea typeface="Times New Roman"/>
                <a:cs typeface="Times New Roman"/>
                <a:sym typeface="Times New Roman"/>
              </a:rPr>
              <a:t> Cases</a:t>
            </a:r>
            <a:endParaRPr sz="2800" b="1" i="0" u="none" strike="noStrike" cap="none">
              <a:solidFill>
                <a:srgbClr val="000000"/>
              </a:solidFill>
              <a:latin typeface="Arial"/>
              <a:ea typeface="Arial"/>
              <a:cs typeface="Arial"/>
              <a:sym typeface="Arial"/>
            </a:endParaRPr>
          </a:p>
        </p:txBody>
      </p:sp>
      <p:graphicFrame>
        <p:nvGraphicFramePr>
          <p:cNvPr id="180" name="Google Shape;180;g2b398b6531d_0_8"/>
          <p:cNvGraphicFramePr/>
          <p:nvPr/>
        </p:nvGraphicFramePr>
        <p:xfrm>
          <a:off x="1638863" y="2143925"/>
          <a:ext cx="10044875" cy="4714075"/>
        </p:xfrm>
        <a:graphic>
          <a:graphicData uri="http://schemas.openxmlformats.org/drawingml/2006/table">
            <a:tbl>
              <a:tblPr>
                <a:noFill/>
                <a:tableStyleId>{628823BE-3C10-4B97-A690-FEFBDDBC875D}</a:tableStyleId>
              </a:tblPr>
              <a:tblGrid>
                <a:gridCol w="658325">
                  <a:extLst>
                    <a:ext uri="{9D8B030D-6E8A-4147-A177-3AD203B41FA5}">
                      <a16:colId xmlns:a16="http://schemas.microsoft.com/office/drawing/2014/main" val="20000"/>
                    </a:ext>
                  </a:extLst>
                </a:gridCol>
                <a:gridCol w="4693625">
                  <a:extLst>
                    <a:ext uri="{9D8B030D-6E8A-4147-A177-3AD203B41FA5}">
                      <a16:colId xmlns:a16="http://schemas.microsoft.com/office/drawing/2014/main" val="20001"/>
                    </a:ext>
                  </a:extLst>
                </a:gridCol>
                <a:gridCol w="4692925">
                  <a:extLst>
                    <a:ext uri="{9D8B030D-6E8A-4147-A177-3AD203B41FA5}">
                      <a16:colId xmlns:a16="http://schemas.microsoft.com/office/drawing/2014/main" val="20002"/>
                    </a:ext>
                  </a:extLst>
                </a:gridCol>
              </a:tblGrid>
              <a:tr h="522900">
                <a:tc>
                  <a:txBody>
                    <a:bodyPr/>
                    <a:lstStyle/>
                    <a:p>
                      <a:pPr marL="0" marR="0" lvl="0" indent="0" algn="ctr" rtl="0">
                        <a:lnSpc>
                          <a:spcPct val="100000"/>
                        </a:lnSpc>
                        <a:spcBef>
                          <a:spcPts val="0"/>
                        </a:spcBef>
                        <a:spcAft>
                          <a:spcPts val="0"/>
                        </a:spcAft>
                        <a:buClr>
                          <a:srgbClr val="000000"/>
                        </a:buClr>
                        <a:buSzPts val="1400"/>
                        <a:buFont typeface="Arial"/>
                        <a:buNone/>
                      </a:pPr>
                      <a:r>
                        <a:rPr lang="en-US" sz="1400" b="1" u="none" strike="noStrike" cap="none">
                          <a:latin typeface="Times New Roman"/>
                          <a:ea typeface="Times New Roman"/>
                          <a:cs typeface="Times New Roman"/>
                          <a:sym typeface="Times New Roman"/>
                        </a:rPr>
                        <a:t>ID</a:t>
                      </a:r>
                      <a:endParaRPr sz="1400" b="1"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1" u="none" strike="noStrike" cap="none">
                          <a:latin typeface="Times New Roman"/>
                          <a:ea typeface="Times New Roman"/>
                          <a:cs typeface="Times New Roman"/>
                          <a:sym typeface="Times New Roman"/>
                        </a:rPr>
                        <a:t>Test Data</a:t>
                      </a:r>
                      <a:endParaRPr sz="1400" b="1"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1" u="none" strike="noStrike" cap="none">
                          <a:latin typeface="Times New Roman"/>
                          <a:ea typeface="Times New Roman"/>
                          <a:cs typeface="Times New Roman"/>
                          <a:sym typeface="Times New Roman"/>
                        </a:rPr>
                        <a:t>Output</a:t>
                      </a:r>
                      <a:endParaRPr sz="1400" b="1"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0"/>
                  </a:ext>
                </a:extLst>
              </a:tr>
              <a:tr h="4191175">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1</a:t>
                      </a:r>
                      <a:endParaRPr sz="1400" u="none" strike="noStrike" cap="none"/>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tc>
                <a:extLst>
                  <a:ext uri="{0D108BD9-81ED-4DB2-BD59-A6C34878D82A}">
                    <a16:rowId xmlns:a16="http://schemas.microsoft.com/office/drawing/2014/main" val="10001"/>
                  </a:ext>
                </a:extLst>
              </a:tr>
            </a:tbl>
          </a:graphicData>
        </a:graphic>
      </p:graphicFrame>
      <p:pic>
        <p:nvPicPr>
          <p:cNvPr id="181" name="Google Shape;181;g2b398b6531d_0_8"/>
          <p:cNvPicPr preferRelativeResize="0"/>
          <p:nvPr/>
        </p:nvPicPr>
        <p:blipFill rotWithShape="1">
          <a:blip r:embed="rId4">
            <a:alphaModFix/>
          </a:blip>
          <a:srcRect/>
          <a:stretch/>
        </p:blipFill>
        <p:spPr>
          <a:xfrm>
            <a:off x="3153875" y="2871448"/>
            <a:ext cx="3030732" cy="3774850"/>
          </a:xfrm>
          <a:prstGeom prst="rect">
            <a:avLst/>
          </a:prstGeom>
          <a:noFill/>
          <a:ln>
            <a:noFill/>
          </a:ln>
        </p:spPr>
      </p:pic>
      <p:pic>
        <p:nvPicPr>
          <p:cNvPr id="182" name="Google Shape;182;g2b398b6531d_0_8"/>
          <p:cNvPicPr preferRelativeResize="0"/>
          <p:nvPr/>
        </p:nvPicPr>
        <p:blipFill rotWithShape="1">
          <a:blip r:embed="rId5">
            <a:alphaModFix/>
          </a:blip>
          <a:srcRect/>
          <a:stretch/>
        </p:blipFill>
        <p:spPr>
          <a:xfrm>
            <a:off x="7890325" y="2871450"/>
            <a:ext cx="2903575" cy="37748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86"/>
        <p:cNvGrpSpPr/>
        <p:nvPr/>
      </p:nvGrpSpPr>
      <p:grpSpPr>
        <a:xfrm>
          <a:off x="0" y="0"/>
          <a:ext cx="0" cy="0"/>
          <a:chOff x="0" y="0"/>
          <a:chExt cx="0" cy="0"/>
        </a:xfrm>
      </p:grpSpPr>
      <p:sp>
        <p:nvSpPr>
          <p:cNvPr id="187" name="Google Shape;187;g2b398b6531d_0_33"/>
          <p:cNvSpPr txBox="1">
            <a:spLocks noGrp="1"/>
          </p:cNvSpPr>
          <p:nvPr>
            <p:ph type="ctrTitle" idx="4294967295"/>
          </p:nvPr>
        </p:nvSpPr>
        <p:spPr>
          <a:xfrm>
            <a:off x="279700" y="2061550"/>
            <a:ext cx="11756700" cy="4361400"/>
          </a:xfrm>
          <a:prstGeom prst="rect">
            <a:avLst/>
          </a:prstGeom>
          <a:noFill/>
          <a:ln>
            <a:noFill/>
          </a:ln>
        </p:spPr>
        <p:txBody>
          <a:bodyPr spcFirstLastPara="1" wrap="square" lIns="45675" tIns="45675" rIns="45675" bIns="45675" anchor="t" anchorCtr="0">
            <a:noAutofit/>
          </a:bodyPr>
          <a:lstStyle/>
          <a:p>
            <a:pPr marL="0" marR="0" lvl="0" indent="0" algn="l" rtl="0">
              <a:lnSpc>
                <a:spcPct val="90000"/>
              </a:lnSpc>
              <a:spcBef>
                <a:spcPts val="0"/>
              </a:spcBef>
              <a:spcAft>
                <a:spcPts val="0"/>
              </a:spcAft>
              <a:buClr>
                <a:schemeClr val="dk1"/>
              </a:buClr>
              <a:buSzPts val="1100"/>
              <a:buFont typeface="Arial"/>
              <a:buNone/>
            </a:pPr>
            <a:endParaRPr sz="2100" b="0" i="0" u="none" strike="noStrike" cap="none">
              <a:solidFill>
                <a:srgbClr val="000000"/>
              </a:solidFill>
              <a:latin typeface="Times New Roman"/>
              <a:ea typeface="Times New Roman"/>
              <a:cs typeface="Times New Roman"/>
              <a:sym typeface="Times New Roman"/>
            </a:endParaRPr>
          </a:p>
          <a:p>
            <a:pPr marL="0" marR="0" lvl="0" indent="0" algn="l" rtl="0">
              <a:lnSpc>
                <a:spcPct val="90000"/>
              </a:lnSpc>
              <a:spcBef>
                <a:spcPts val="0"/>
              </a:spcBef>
              <a:spcAft>
                <a:spcPts val="0"/>
              </a:spcAft>
              <a:buClr>
                <a:srgbClr val="000000"/>
              </a:buClr>
              <a:buSzPts val="4717"/>
              <a:buFont typeface="Calibri"/>
              <a:buNone/>
            </a:pPr>
            <a:br>
              <a:rPr lang="en-US" sz="2100" b="0" i="0" u="none" strike="noStrike" cap="none">
                <a:solidFill>
                  <a:srgbClr val="000000"/>
                </a:solidFill>
                <a:latin typeface="Times New Roman"/>
                <a:ea typeface="Times New Roman"/>
                <a:cs typeface="Times New Roman"/>
                <a:sym typeface="Times New Roman"/>
              </a:rPr>
            </a:br>
            <a:br>
              <a:rPr lang="en-US" sz="2100" b="0" i="0" u="none" strike="noStrike" cap="none">
                <a:solidFill>
                  <a:srgbClr val="000000"/>
                </a:solidFill>
                <a:latin typeface="Times New Roman"/>
                <a:ea typeface="Times New Roman"/>
                <a:cs typeface="Times New Roman"/>
                <a:sym typeface="Times New Roman"/>
              </a:rPr>
            </a:br>
            <a:br>
              <a:rPr lang="en-US" sz="2100" b="0" i="0" u="none" strike="noStrike" cap="none">
                <a:solidFill>
                  <a:srgbClr val="000000"/>
                </a:solidFill>
                <a:latin typeface="Times New Roman"/>
                <a:ea typeface="Times New Roman"/>
                <a:cs typeface="Times New Roman"/>
                <a:sym typeface="Times New Roman"/>
              </a:rPr>
            </a:br>
            <a:br>
              <a:rPr lang="en-US" sz="2100" b="0" i="0" u="none" strike="noStrike" cap="none">
                <a:solidFill>
                  <a:srgbClr val="000000"/>
                </a:solidFill>
                <a:latin typeface="Times New Roman"/>
                <a:ea typeface="Times New Roman"/>
                <a:cs typeface="Times New Roman"/>
                <a:sym typeface="Times New Roman"/>
              </a:rPr>
            </a:br>
            <a:br>
              <a:rPr lang="en-US" sz="2100" b="0" i="0" u="none" strike="noStrike" cap="none">
                <a:solidFill>
                  <a:srgbClr val="000000"/>
                </a:solidFill>
                <a:latin typeface="Times New Roman"/>
                <a:ea typeface="Times New Roman"/>
                <a:cs typeface="Times New Roman"/>
                <a:sym typeface="Times New Roman"/>
              </a:rPr>
            </a:br>
            <a:endParaRPr sz="2100" b="0" i="0" u="none" strike="noStrike" cap="none">
              <a:solidFill>
                <a:srgbClr val="000000"/>
              </a:solidFill>
              <a:latin typeface="Times New Roman"/>
              <a:ea typeface="Times New Roman"/>
              <a:cs typeface="Times New Roman"/>
              <a:sym typeface="Times New Roman"/>
            </a:endParaRPr>
          </a:p>
          <a:p>
            <a:pPr marL="0" marR="0" lvl="0" indent="0" algn="l" rtl="0">
              <a:lnSpc>
                <a:spcPct val="90000"/>
              </a:lnSpc>
              <a:spcBef>
                <a:spcPts val="0"/>
              </a:spcBef>
              <a:spcAft>
                <a:spcPts val="0"/>
              </a:spcAft>
              <a:buClr>
                <a:srgbClr val="000000"/>
              </a:buClr>
              <a:buSzPts val="4717"/>
              <a:buFont typeface="Calibri"/>
              <a:buNone/>
            </a:pPr>
            <a:endParaRPr sz="2100" b="0" i="0" u="none" strike="noStrike" cap="none">
              <a:solidFill>
                <a:srgbClr val="000000"/>
              </a:solidFill>
              <a:latin typeface="Times New Roman"/>
              <a:ea typeface="Times New Roman"/>
              <a:cs typeface="Times New Roman"/>
              <a:sym typeface="Times New Roman"/>
            </a:endParaRPr>
          </a:p>
          <a:p>
            <a:pPr marL="0" marR="0" lvl="0" indent="0" algn="l" rtl="0">
              <a:lnSpc>
                <a:spcPct val="90000"/>
              </a:lnSpc>
              <a:spcBef>
                <a:spcPts val="0"/>
              </a:spcBef>
              <a:spcAft>
                <a:spcPts val="0"/>
              </a:spcAft>
              <a:buClr>
                <a:srgbClr val="000000"/>
              </a:buClr>
              <a:buSzPts val="4717"/>
              <a:buFont typeface="Calibri"/>
              <a:buNone/>
            </a:pPr>
            <a:r>
              <a:rPr lang="en-US" sz="2100" b="0" i="0" u="none" strike="noStrike" cap="none">
                <a:solidFill>
                  <a:srgbClr val="000000"/>
                </a:solidFill>
                <a:latin typeface="Times New Roman"/>
                <a:ea typeface="Times New Roman"/>
                <a:cs typeface="Times New Roman"/>
                <a:sym typeface="Times New Roman"/>
              </a:rPr>
              <a:t>                                                                                                     </a:t>
            </a:r>
            <a:endParaRPr sz="2100" b="0" i="0" u="none" strike="noStrike" cap="none">
              <a:solidFill>
                <a:srgbClr val="000000"/>
              </a:solidFill>
              <a:latin typeface="Times New Roman"/>
              <a:ea typeface="Times New Roman"/>
              <a:cs typeface="Times New Roman"/>
              <a:sym typeface="Times New Roman"/>
            </a:endParaRPr>
          </a:p>
          <a:p>
            <a:pPr marL="0" marR="0" lvl="0" indent="0" algn="l" rtl="0">
              <a:lnSpc>
                <a:spcPct val="90000"/>
              </a:lnSpc>
              <a:spcBef>
                <a:spcPts val="0"/>
              </a:spcBef>
              <a:spcAft>
                <a:spcPts val="0"/>
              </a:spcAft>
              <a:buClr>
                <a:srgbClr val="000000"/>
              </a:buClr>
              <a:buSzPts val="4717"/>
              <a:buFont typeface="Calibri"/>
              <a:buNone/>
            </a:pPr>
            <a:r>
              <a:rPr lang="en-US" sz="2100" b="0" i="0" u="none" strike="noStrike" cap="none">
                <a:solidFill>
                  <a:srgbClr val="000000"/>
                </a:solidFill>
                <a:latin typeface="Times New Roman"/>
                <a:ea typeface="Times New Roman"/>
                <a:cs typeface="Times New Roman"/>
                <a:sym typeface="Times New Roman"/>
              </a:rPr>
              <a:t>                                                                                                 </a:t>
            </a:r>
            <a:endParaRPr sz="2100" b="0" i="0" u="none" strike="noStrike" cap="none">
              <a:solidFill>
                <a:srgbClr val="000000"/>
              </a:solidFill>
              <a:latin typeface="Times New Roman"/>
              <a:ea typeface="Times New Roman"/>
              <a:cs typeface="Times New Roman"/>
              <a:sym typeface="Times New Roman"/>
            </a:endParaRPr>
          </a:p>
        </p:txBody>
      </p:sp>
      <p:pic>
        <p:nvPicPr>
          <p:cNvPr id="188" name="Google Shape;188;g2b398b6531d_0_33" descr="Google Shape;205;g2826546880a_3_4"/>
          <p:cNvPicPr preferRelativeResize="0"/>
          <p:nvPr/>
        </p:nvPicPr>
        <p:blipFill rotWithShape="1">
          <a:blip r:embed="rId3">
            <a:alphaModFix/>
          </a:blip>
          <a:srcRect/>
          <a:stretch/>
        </p:blipFill>
        <p:spPr>
          <a:xfrm>
            <a:off x="112598" y="247745"/>
            <a:ext cx="1219201" cy="1144589"/>
          </a:xfrm>
          <a:prstGeom prst="rect">
            <a:avLst/>
          </a:prstGeom>
          <a:noFill/>
          <a:ln>
            <a:noFill/>
          </a:ln>
        </p:spPr>
      </p:pic>
      <p:sp>
        <p:nvSpPr>
          <p:cNvPr id="189" name="Google Shape;189;g2b398b6531d_0_33"/>
          <p:cNvSpPr txBox="1"/>
          <p:nvPr/>
        </p:nvSpPr>
        <p:spPr>
          <a:xfrm>
            <a:off x="1377400" y="443498"/>
            <a:ext cx="10659000" cy="1108200"/>
          </a:xfrm>
          <a:prstGeom prst="rect">
            <a:avLst/>
          </a:prstGeom>
          <a:noFill/>
          <a:ln>
            <a:noFill/>
          </a:ln>
        </p:spPr>
        <p:txBody>
          <a:bodyPr spcFirstLastPara="1" wrap="square" lIns="45675" tIns="45675" rIns="45675" bIns="45675" anchor="t" anchorCtr="0">
            <a:spAutoFit/>
          </a:bodyPr>
          <a:lstStyle/>
          <a:p>
            <a:pPr marL="0" marR="0" lvl="0" indent="0" algn="ctr" rtl="0">
              <a:lnSpc>
                <a:spcPct val="100000"/>
              </a:lnSpc>
              <a:spcBef>
                <a:spcPts val="0"/>
              </a:spcBef>
              <a:spcAft>
                <a:spcPts val="0"/>
              </a:spcAft>
              <a:buClr>
                <a:srgbClr val="000000"/>
              </a:buClr>
              <a:buSzPts val="2200"/>
              <a:buFont typeface="Arial Rounded"/>
              <a:buNone/>
            </a:pPr>
            <a:r>
              <a:rPr lang="en-US" sz="2200" b="1" i="0" u="none" strike="noStrike" cap="none" dirty="0">
                <a:solidFill>
                  <a:srgbClr val="000000"/>
                </a:solidFill>
                <a:latin typeface="Arial Rounded"/>
                <a:ea typeface="Arial Rounded"/>
                <a:cs typeface="Arial Rounded"/>
                <a:sym typeface="Arial Rounded"/>
              </a:rPr>
              <a:t>GOKARAJU RANGARAJU INSTITUTE OF ENGINEERING AND TECHNOLOGY</a:t>
            </a:r>
            <a:endParaRPr sz="1400" b="0"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Rounded"/>
              <a:buNone/>
            </a:pPr>
            <a:r>
              <a:rPr lang="en-US" sz="2200" b="1" i="0" u="none" strike="noStrike" cap="none" dirty="0">
                <a:solidFill>
                  <a:srgbClr val="000000"/>
                </a:solidFill>
                <a:latin typeface="Arial Rounded"/>
                <a:ea typeface="Arial Rounded"/>
                <a:cs typeface="Arial Rounded"/>
                <a:sym typeface="Arial Rounded"/>
              </a:rPr>
              <a:t>Department of Computer Science and Engineering</a:t>
            </a:r>
            <a:endParaRPr sz="1400" b="0"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Clr>
                <a:schemeClr val="dk1"/>
              </a:buClr>
              <a:buSzPts val="2200"/>
              <a:buFont typeface="Arial Rounded"/>
              <a:buNone/>
            </a:pPr>
            <a:r>
              <a:rPr lang="en-US" sz="2200" b="1" i="0" u="none" strike="noStrike" cap="none" dirty="0">
                <a:solidFill>
                  <a:schemeClr val="dk1"/>
                </a:solidFill>
                <a:latin typeface="Arial Rounded"/>
                <a:ea typeface="Arial Rounded"/>
                <a:cs typeface="Arial Rounded"/>
                <a:sym typeface="Arial Rounded"/>
              </a:rPr>
              <a:t>MAJOR Project Phase-II Review-</a:t>
            </a:r>
            <a:r>
              <a:rPr lang="en-US" sz="2200" b="1" dirty="0">
                <a:solidFill>
                  <a:schemeClr val="dk1"/>
                </a:solidFill>
                <a:latin typeface="Arial Rounded"/>
                <a:ea typeface="Arial Rounded"/>
                <a:cs typeface="Arial Rounded"/>
                <a:sym typeface="Arial Rounded"/>
              </a:rPr>
              <a:t>2</a:t>
            </a:r>
            <a:endParaRPr sz="1400" b="0" i="0" u="none" strike="noStrike" cap="none" dirty="0">
              <a:solidFill>
                <a:srgbClr val="000000"/>
              </a:solidFill>
              <a:latin typeface="Arial"/>
              <a:ea typeface="Arial"/>
              <a:cs typeface="Arial"/>
              <a:sym typeface="Arial"/>
            </a:endParaRPr>
          </a:p>
        </p:txBody>
      </p:sp>
      <p:sp>
        <p:nvSpPr>
          <p:cNvPr id="190" name="Google Shape;190;g2b398b6531d_0_33"/>
          <p:cNvSpPr txBox="1"/>
          <p:nvPr/>
        </p:nvSpPr>
        <p:spPr>
          <a:xfrm>
            <a:off x="233675" y="1486792"/>
            <a:ext cx="10980600" cy="480300"/>
          </a:xfrm>
          <a:prstGeom prst="rect">
            <a:avLst/>
          </a:prstGeom>
          <a:noFill/>
          <a:ln>
            <a:noFill/>
          </a:ln>
        </p:spPr>
        <p:txBody>
          <a:bodyPr spcFirstLastPara="1" wrap="square" lIns="45675" tIns="45675" rIns="45675" bIns="45675" anchor="t" anchorCtr="0">
            <a:spAutoFit/>
          </a:bodyPr>
          <a:lstStyle/>
          <a:p>
            <a:pPr marL="0" marR="0" lvl="0" indent="0" algn="l" rtl="0">
              <a:lnSpc>
                <a:spcPct val="90000"/>
              </a:lnSpc>
              <a:spcBef>
                <a:spcPts val="0"/>
              </a:spcBef>
              <a:spcAft>
                <a:spcPts val="0"/>
              </a:spcAft>
              <a:buClr>
                <a:schemeClr val="dk1"/>
              </a:buClr>
              <a:buSzPts val="4717"/>
              <a:buFont typeface="Calibri"/>
              <a:buNone/>
            </a:pPr>
            <a:r>
              <a:rPr lang="en-US" sz="2800" b="1">
                <a:solidFill>
                  <a:schemeClr val="dk1"/>
                </a:solidFill>
                <a:latin typeface="Times New Roman"/>
                <a:ea typeface="Times New Roman"/>
                <a:cs typeface="Times New Roman"/>
                <a:sym typeface="Times New Roman"/>
              </a:rPr>
              <a:t>Test Cases</a:t>
            </a:r>
            <a:endParaRPr sz="2800" b="1" i="0" u="none" strike="noStrike" cap="none">
              <a:solidFill>
                <a:srgbClr val="000000"/>
              </a:solidFill>
              <a:latin typeface="Arial"/>
              <a:ea typeface="Arial"/>
              <a:cs typeface="Arial"/>
              <a:sym typeface="Arial"/>
            </a:endParaRPr>
          </a:p>
        </p:txBody>
      </p:sp>
      <p:graphicFrame>
        <p:nvGraphicFramePr>
          <p:cNvPr id="191" name="Google Shape;191;g2b398b6531d_0_33"/>
          <p:cNvGraphicFramePr/>
          <p:nvPr/>
        </p:nvGraphicFramePr>
        <p:xfrm>
          <a:off x="1638863" y="2143925"/>
          <a:ext cx="10044875" cy="4714075"/>
        </p:xfrm>
        <a:graphic>
          <a:graphicData uri="http://schemas.openxmlformats.org/drawingml/2006/table">
            <a:tbl>
              <a:tblPr>
                <a:noFill/>
                <a:tableStyleId>{628823BE-3C10-4B97-A690-FEFBDDBC875D}</a:tableStyleId>
              </a:tblPr>
              <a:tblGrid>
                <a:gridCol w="658325">
                  <a:extLst>
                    <a:ext uri="{9D8B030D-6E8A-4147-A177-3AD203B41FA5}">
                      <a16:colId xmlns:a16="http://schemas.microsoft.com/office/drawing/2014/main" val="20000"/>
                    </a:ext>
                  </a:extLst>
                </a:gridCol>
                <a:gridCol w="4693625">
                  <a:extLst>
                    <a:ext uri="{9D8B030D-6E8A-4147-A177-3AD203B41FA5}">
                      <a16:colId xmlns:a16="http://schemas.microsoft.com/office/drawing/2014/main" val="20001"/>
                    </a:ext>
                  </a:extLst>
                </a:gridCol>
                <a:gridCol w="4692925">
                  <a:extLst>
                    <a:ext uri="{9D8B030D-6E8A-4147-A177-3AD203B41FA5}">
                      <a16:colId xmlns:a16="http://schemas.microsoft.com/office/drawing/2014/main" val="20002"/>
                    </a:ext>
                  </a:extLst>
                </a:gridCol>
              </a:tblGrid>
              <a:tr h="522900">
                <a:tc>
                  <a:txBody>
                    <a:bodyPr/>
                    <a:lstStyle/>
                    <a:p>
                      <a:pPr marL="0" marR="0" lvl="0" indent="0" algn="ctr" rtl="0">
                        <a:lnSpc>
                          <a:spcPct val="100000"/>
                        </a:lnSpc>
                        <a:spcBef>
                          <a:spcPts val="0"/>
                        </a:spcBef>
                        <a:spcAft>
                          <a:spcPts val="0"/>
                        </a:spcAft>
                        <a:buClr>
                          <a:srgbClr val="000000"/>
                        </a:buClr>
                        <a:buSzPts val="1400"/>
                        <a:buFont typeface="Arial"/>
                        <a:buNone/>
                      </a:pPr>
                      <a:r>
                        <a:rPr lang="en-US" sz="1400" b="1" u="none" strike="noStrike" cap="none">
                          <a:latin typeface="Times New Roman"/>
                          <a:ea typeface="Times New Roman"/>
                          <a:cs typeface="Times New Roman"/>
                          <a:sym typeface="Times New Roman"/>
                        </a:rPr>
                        <a:t>ID</a:t>
                      </a:r>
                      <a:endParaRPr sz="1400" b="1"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1" u="none" strike="noStrike" cap="none">
                          <a:latin typeface="Times New Roman"/>
                          <a:ea typeface="Times New Roman"/>
                          <a:cs typeface="Times New Roman"/>
                          <a:sym typeface="Times New Roman"/>
                        </a:rPr>
                        <a:t>Test Data</a:t>
                      </a:r>
                      <a:endParaRPr sz="1400" b="1"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1" u="none" strike="noStrike" cap="none">
                          <a:latin typeface="Times New Roman"/>
                          <a:ea typeface="Times New Roman"/>
                          <a:cs typeface="Times New Roman"/>
                          <a:sym typeface="Times New Roman"/>
                        </a:rPr>
                        <a:t>Output</a:t>
                      </a:r>
                      <a:endParaRPr sz="1400" b="1"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0"/>
                  </a:ext>
                </a:extLst>
              </a:tr>
              <a:tr h="4191175">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2</a:t>
                      </a:r>
                      <a:endParaRPr sz="1400" u="none" strike="noStrike" cap="none"/>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tc>
                <a:extLst>
                  <a:ext uri="{0D108BD9-81ED-4DB2-BD59-A6C34878D82A}">
                    <a16:rowId xmlns:a16="http://schemas.microsoft.com/office/drawing/2014/main" val="10001"/>
                  </a:ext>
                </a:extLst>
              </a:tr>
            </a:tbl>
          </a:graphicData>
        </a:graphic>
      </p:graphicFrame>
      <p:pic>
        <p:nvPicPr>
          <p:cNvPr id="192" name="Google Shape;192;g2b398b6531d_0_33"/>
          <p:cNvPicPr preferRelativeResize="0"/>
          <p:nvPr/>
        </p:nvPicPr>
        <p:blipFill rotWithShape="1">
          <a:blip r:embed="rId4">
            <a:alphaModFix/>
          </a:blip>
          <a:srcRect/>
          <a:stretch/>
        </p:blipFill>
        <p:spPr>
          <a:xfrm>
            <a:off x="3105675" y="2842450"/>
            <a:ext cx="2903575" cy="3774850"/>
          </a:xfrm>
          <a:prstGeom prst="rect">
            <a:avLst/>
          </a:prstGeom>
          <a:noFill/>
          <a:ln>
            <a:noFill/>
          </a:ln>
        </p:spPr>
      </p:pic>
      <p:pic>
        <p:nvPicPr>
          <p:cNvPr id="193" name="Google Shape;193;g2b398b6531d_0_33"/>
          <p:cNvPicPr preferRelativeResize="0"/>
          <p:nvPr/>
        </p:nvPicPr>
        <p:blipFill rotWithShape="1">
          <a:blip r:embed="rId5">
            <a:alphaModFix/>
          </a:blip>
          <a:srcRect/>
          <a:stretch/>
        </p:blipFill>
        <p:spPr>
          <a:xfrm>
            <a:off x="7861225" y="2842450"/>
            <a:ext cx="2903575" cy="3774851"/>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198" name="Google Shape;198;g26ba4dd4811_0_2"/>
          <p:cNvSpPr txBox="1">
            <a:spLocks noGrp="1"/>
          </p:cNvSpPr>
          <p:nvPr>
            <p:ph type="ctrTitle" idx="4294967295"/>
          </p:nvPr>
        </p:nvSpPr>
        <p:spPr>
          <a:xfrm>
            <a:off x="279700" y="2061550"/>
            <a:ext cx="11756700" cy="4361400"/>
          </a:xfrm>
          <a:prstGeom prst="rect">
            <a:avLst/>
          </a:prstGeom>
          <a:noFill/>
          <a:ln>
            <a:noFill/>
          </a:ln>
        </p:spPr>
        <p:txBody>
          <a:bodyPr spcFirstLastPara="1" wrap="square" lIns="45675" tIns="45675" rIns="45675" bIns="45675" anchor="t" anchorCtr="0">
            <a:noAutofit/>
          </a:bodyPr>
          <a:lstStyle/>
          <a:p>
            <a:pPr marL="0" marR="0" lvl="0" indent="0" algn="l" rtl="0">
              <a:lnSpc>
                <a:spcPct val="90000"/>
              </a:lnSpc>
              <a:spcBef>
                <a:spcPts val="0"/>
              </a:spcBef>
              <a:spcAft>
                <a:spcPts val="0"/>
              </a:spcAft>
              <a:buClr>
                <a:schemeClr val="dk1"/>
              </a:buClr>
              <a:buSzPts val="1100"/>
              <a:buFont typeface="Arial"/>
              <a:buNone/>
            </a:pPr>
            <a:endParaRPr sz="2100" b="0" i="0" u="none" strike="noStrike" cap="none">
              <a:solidFill>
                <a:srgbClr val="000000"/>
              </a:solidFill>
              <a:latin typeface="Times New Roman"/>
              <a:ea typeface="Times New Roman"/>
              <a:cs typeface="Times New Roman"/>
              <a:sym typeface="Times New Roman"/>
            </a:endParaRPr>
          </a:p>
          <a:p>
            <a:pPr marL="0" marR="0" lvl="0" indent="0" algn="l" rtl="0">
              <a:lnSpc>
                <a:spcPct val="90000"/>
              </a:lnSpc>
              <a:spcBef>
                <a:spcPts val="0"/>
              </a:spcBef>
              <a:spcAft>
                <a:spcPts val="0"/>
              </a:spcAft>
              <a:buClr>
                <a:srgbClr val="000000"/>
              </a:buClr>
              <a:buSzPts val="4717"/>
              <a:buFont typeface="Calibri"/>
              <a:buNone/>
            </a:pPr>
            <a:br>
              <a:rPr lang="en-US" sz="2100" b="0" i="0" u="none" strike="noStrike" cap="none">
                <a:solidFill>
                  <a:srgbClr val="000000"/>
                </a:solidFill>
                <a:latin typeface="Times New Roman"/>
                <a:ea typeface="Times New Roman"/>
                <a:cs typeface="Times New Roman"/>
                <a:sym typeface="Times New Roman"/>
              </a:rPr>
            </a:br>
            <a:br>
              <a:rPr lang="en-US" sz="2100" b="0" i="0" u="none" strike="noStrike" cap="none">
                <a:solidFill>
                  <a:srgbClr val="000000"/>
                </a:solidFill>
                <a:latin typeface="Times New Roman"/>
                <a:ea typeface="Times New Roman"/>
                <a:cs typeface="Times New Roman"/>
                <a:sym typeface="Times New Roman"/>
              </a:rPr>
            </a:br>
            <a:br>
              <a:rPr lang="en-US" sz="2100" b="0" i="0" u="none" strike="noStrike" cap="none">
                <a:solidFill>
                  <a:srgbClr val="000000"/>
                </a:solidFill>
                <a:latin typeface="Times New Roman"/>
                <a:ea typeface="Times New Roman"/>
                <a:cs typeface="Times New Roman"/>
                <a:sym typeface="Times New Roman"/>
              </a:rPr>
            </a:br>
            <a:br>
              <a:rPr lang="en-US" sz="2100" b="0" i="0" u="none" strike="noStrike" cap="none">
                <a:solidFill>
                  <a:srgbClr val="000000"/>
                </a:solidFill>
                <a:latin typeface="Times New Roman"/>
                <a:ea typeface="Times New Roman"/>
                <a:cs typeface="Times New Roman"/>
                <a:sym typeface="Times New Roman"/>
              </a:rPr>
            </a:br>
            <a:br>
              <a:rPr lang="en-US" sz="2100" b="0" i="0" u="none" strike="noStrike" cap="none">
                <a:solidFill>
                  <a:srgbClr val="000000"/>
                </a:solidFill>
                <a:latin typeface="Times New Roman"/>
                <a:ea typeface="Times New Roman"/>
                <a:cs typeface="Times New Roman"/>
                <a:sym typeface="Times New Roman"/>
              </a:rPr>
            </a:br>
            <a:endParaRPr sz="2100" b="0" i="0" u="none" strike="noStrike" cap="none">
              <a:solidFill>
                <a:srgbClr val="000000"/>
              </a:solidFill>
              <a:latin typeface="Times New Roman"/>
              <a:ea typeface="Times New Roman"/>
              <a:cs typeface="Times New Roman"/>
              <a:sym typeface="Times New Roman"/>
            </a:endParaRPr>
          </a:p>
          <a:p>
            <a:pPr marL="0" marR="0" lvl="0" indent="0" algn="l" rtl="0">
              <a:lnSpc>
                <a:spcPct val="90000"/>
              </a:lnSpc>
              <a:spcBef>
                <a:spcPts val="0"/>
              </a:spcBef>
              <a:spcAft>
                <a:spcPts val="0"/>
              </a:spcAft>
              <a:buClr>
                <a:srgbClr val="000000"/>
              </a:buClr>
              <a:buSzPts val="4717"/>
              <a:buFont typeface="Calibri"/>
              <a:buNone/>
            </a:pPr>
            <a:endParaRPr sz="2100" b="0" i="0" u="none" strike="noStrike" cap="none">
              <a:solidFill>
                <a:srgbClr val="000000"/>
              </a:solidFill>
              <a:latin typeface="Times New Roman"/>
              <a:ea typeface="Times New Roman"/>
              <a:cs typeface="Times New Roman"/>
              <a:sym typeface="Times New Roman"/>
            </a:endParaRPr>
          </a:p>
          <a:p>
            <a:pPr marL="0" marR="0" lvl="0" indent="0" algn="l" rtl="0">
              <a:lnSpc>
                <a:spcPct val="90000"/>
              </a:lnSpc>
              <a:spcBef>
                <a:spcPts val="0"/>
              </a:spcBef>
              <a:spcAft>
                <a:spcPts val="0"/>
              </a:spcAft>
              <a:buClr>
                <a:srgbClr val="000000"/>
              </a:buClr>
              <a:buSzPts val="4717"/>
              <a:buFont typeface="Calibri"/>
              <a:buNone/>
            </a:pPr>
            <a:r>
              <a:rPr lang="en-US" sz="2100" b="0" i="0" u="none" strike="noStrike" cap="none">
                <a:solidFill>
                  <a:srgbClr val="000000"/>
                </a:solidFill>
                <a:latin typeface="Times New Roman"/>
                <a:ea typeface="Times New Roman"/>
                <a:cs typeface="Times New Roman"/>
                <a:sym typeface="Times New Roman"/>
              </a:rPr>
              <a:t>                                                                                                     </a:t>
            </a:r>
            <a:endParaRPr sz="2100" b="0" i="0" u="none" strike="noStrike" cap="none">
              <a:solidFill>
                <a:srgbClr val="000000"/>
              </a:solidFill>
              <a:latin typeface="Times New Roman"/>
              <a:ea typeface="Times New Roman"/>
              <a:cs typeface="Times New Roman"/>
              <a:sym typeface="Times New Roman"/>
            </a:endParaRPr>
          </a:p>
          <a:p>
            <a:pPr marL="0" marR="0" lvl="0" indent="0" algn="l" rtl="0">
              <a:lnSpc>
                <a:spcPct val="90000"/>
              </a:lnSpc>
              <a:spcBef>
                <a:spcPts val="0"/>
              </a:spcBef>
              <a:spcAft>
                <a:spcPts val="0"/>
              </a:spcAft>
              <a:buClr>
                <a:srgbClr val="000000"/>
              </a:buClr>
              <a:buSzPts val="4717"/>
              <a:buFont typeface="Calibri"/>
              <a:buNone/>
            </a:pPr>
            <a:r>
              <a:rPr lang="en-US" sz="2100" b="0" i="0" u="none" strike="noStrike" cap="none">
                <a:solidFill>
                  <a:srgbClr val="000000"/>
                </a:solidFill>
                <a:latin typeface="Times New Roman"/>
                <a:ea typeface="Times New Roman"/>
                <a:cs typeface="Times New Roman"/>
                <a:sym typeface="Times New Roman"/>
              </a:rPr>
              <a:t>                                                                                                 </a:t>
            </a:r>
            <a:endParaRPr sz="2100" b="0" i="0" u="none" strike="noStrike" cap="none">
              <a:solidFill>
                <a:srgbClr val="000000"/>
              </a:solidFill>
              <a:latin typeface="Times New Roman"/>
              <a:ea typeface="Times New Roman"/>
              <a:cs typeface="Times New Roman"/>
              <a:sym typeface="Times New Roman"/>
            </a:endParaRPr>
          </a:p>
        </p:txBody>
      </p:sp>
      <p:pic>
        <p:nvPicPr>
          <p:cNvPr id="199" name="Google Shape;199;g26ba4dd4811_0_2" descr="Google Shape;205;g2826546880a_3_4"/>
          <p:cNvPicPr preferRelativeResize="0"/>
          <p:nvPr/>
        </p:nvPicPr>
        <p:blipFill rotWithShape="1">
          <a:blip r:embed="rId3">
            <a:alphaModFix/>
          </a:blip>
          <a:srcRect/>
          <a:stretch/>
        </p:blipFill>
        <p:spPr>
          <a:xfrm>
            <a:off x="0" y="342203"/>
            <a:ext cx="1219201" cy="1144589"/>
          </a:xfrm>
          <a:prstGeom prst="rect">
            <a:avLst/>
          </a:prstGeom>
          <a:noFill/>
          <a:ln>
            <a:noFill/>
          </a:ln>
        </p:spPr>
      </p:pic>
      <p:sp>
        <p:nvSpPr>
          <p:cNvPr id="200" name="Google Shape;200;g26ba4dd4811_0_2"/>
          <p:cNvSpPr txBox="1"/>
          <p:nvPr/>
        </p:nvSpPr>
        <p:spPr>
          <a:xfrm>
            <a:off x="1377400" y="444306"/>
            <a:ext cx="10659000" cy="1108200"/>
          </a:xfrm>
          <a:prstGeom prst="rect">
            <a:avLst/>
          </a:prstGeom>
          <a:noFill/>
          <a:ln>
            <a:noFill/>
          </a:ln>
        </p:spPr>
        <p:txBody>
          <a:bodyPr spcFirstLastPara="1" wrap="square" lIns="45675" tIns="45675" rIns="45675" bIns="45675" anchor="t" anchorCtr="0">
            <a:spAutoFit/>
          </a:bodyPr>
          <a:lstStyle/>
          <a:p>
            <a:pPr marL="0" marR="0" lvl="0" indent="0" algn="ctr" rtl="0">
              <a:lnSpc>
                <a:spcPct val="100000"/>
              </a:lnSpc>
              <a:spcBef>
                <a:spcPts val="0"/>
              </a:spcBef>
              <a:spcAft>
                <a:spcPts val="0"/>
              </a:spcAft>
              <a:buClr>
                <a:srgbClr val="000000"/>
              </a:buClr>
              <a:buSzPts val="2200"/>
              <a:buFont typeface="Arial Rounded"/>
              <a:buNone/>
            </a:pPr>
            <a:r>
              <a:rPr lang="en-US" sz="2200" b="1" i="0" u="none" strike="noStrike" cap="none" dirty="0">
                <a:solidFill>
                  <a:srgbClr val="000000"/>
                </a:solidFill>
                <a:latin typeface="Arial Rounded"/>
                <a:ea typeface="Arial Rounded"/>
                <a:cs typeface="Arial Rounded"/>
                <a:sym typeface="Arial Rounded"/>
              </a:rPr>
              <a:t>GOKARAJU RANGARAJU INSTITUTE OF ENGINEERING AND TECHNOLOGY</a:t>
            </a:r>
            <a:endParaRPr sz="1400" b="0"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Rounded"/>
              <a:buNone/>
            </a:pPr>
            <a:r>
              <a:rPr lang="en-US" sz="2200" b="1" i="0" u="none" strike="noStrike" cap="none" dirty="0">
                <a:solidFill>
                  <a:srgbClr val="000000"/>
                </a:solidFill>
                <a:latin typeface="Arial Rounded"/>
                <a:ea typeface="Arial Rounded"/>
                <a:cs typeface="Arial Rounded"/>
                <a:sym typeface="Arial Rounded"/>
              </a:rPr>
              <a:t>Department of Computer Science and Engineering</a:t>
            </a:r>
            <a:endParaRPr sz="1400" b="0"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Clr>
                <a:schemeClr val="dk1"/>
              </a:buClr>
              <a:buSzPts val="2200"/>
              <a:buFont typeface="Arial Rounded"/>
              <a:buNone/>
            </a:pPr>
            <a:r>
              <a:rPr lang="en-US" sz="2200" b="1" i="0" u="none" strike="noStrike" cap="none" dirty="0">
                <a:solidFill>
                  <a:schemeClr val="dk1"/>
                </a:solidFill>
                <a:latin typeface="Arial Rounded"/>
                <a:ea typeface="Arial Rounded"/>
                <a:cs typeface="Arial Rounded"/>
                <a:sym typeface="Arial Rounded"/>
              </a:rPr>
              <a:t>MAJOR Project Phase-II Review-</a:t>
            </a:r>
            <a:r>
              <a:rPr lang="en-US" sz="2200" b="1" dirty="0">
                <a:solidFill>
                  <a:schemeClr val="dk1"/>
                </a:solidFill>
                <a:latin typeface="Arial Rounded"/>
                <a:ea typeface="Arial Rounded"/>
                <a:cs typeface="Arial Rounded"/>
                <a:sym typeface="Arial Rounded"/>
              </a:rPr>
              <a:t>2</a:t>
            </a:r>
            <a:endParaRPr sz="1400" b="0" i="0" u="none" strike="noStrike" cap="none" dirty="0">
              <a:solidFill>
                <a:srgbClr val="000000"/>
              </a:solidFill>
              <a:latin typeface="Arial"/>
              <a:ea typeface="Arial"/>
              <a:cs typeface="Arial"/>
              <a:sym typeface="Arial"/>
            </a:endParaRPr>
          </a:p>
        </p:txBody>
      </p:sp>
      <p:sp>
        <p:nvSpPr>
          <p:cNvPr id="201" name="Google Shape;201;g26ba4dd4811_0_2"/>
          <p:cNvSpPr txBox="1"/>
          <p:nvPr/>
        </p:nvSpPr>
        <p:spPr>
          <a:xfrm>
            <a:off x="233675" y="1486792"/>
            <a:ext cx="10980600" cy="480300"/>
          </a:xfrm>
          <a:prstGeom prst="rect">
            <a:avLst/>
          </a:prstGeom>
          <a:noFill/>
          <a:ln>
            <a:noFill/>
          </a:ln>
        </p:spPr>
        <p:txBody>
          <a:bodyPr spcFirstLastPara="1" wrap="square" lIns="45675" tIns="45675" rIns="45675" bIns="45675" anchor="t" anchorCtr="0">
            <a:spAutoFit/>
          </a:bodyPr>
          <a:lstStyle/>
          <a:p>
            <a:pPr marL="0" marR="0" lvl="0" indent="0" algn="l" rtl="0">
              <a:lnSpc>
                <a:spcPct val="90000"/>
              </a:lnSpc>
              <a:spcBef>
                <a:spcPts val="0"/>
              </a:spcBef>
              <a:spcAft>
                <a:spcPts val="0"/>
              </a:spcAft>
              <a:buClr>
                <a:schemeClr val="dk1"/>
              </a:buClr>
              <a:buSzPts val="4717"/>
              <a:buFont typeface="Calibri"/>
              <a:buNone/>
            </a:pPr>
            <a:r>
              <a:rPr lang="en-US" sz="2800" b="1">
                <a:solidFill>
                  <a:schemeClr val="dk1"/>
                </a:solidFill>
                <a:latin typeface="Times New Roman"/>
                <a:ea typeface="Times New Roman"/>
                <a:cs typeface="Times New Roman"/>
                <a:sym typeface="Times New Roman"/>
              </a:rPr>
              <a:t>Test Cases</a:t>
            </a:r>
            <a:endParaRPr sz="2800" b="1" i="0" u="none" strike="noStrike" cap="none">
              <a:solidFill>
                <a:srgbClr val="000000"/>
              </a:solidFill>
              <a:latin typeface="Arial"/>
              <a:ea typeface="Arial"/>
              <a:cs typeface="Arial"/>
              <a:sym typeface="Arial"/>
            </a:endParaRPr>
          </a:p>
        </p:txBody>
      </p:sp>
      <p:graphicFrame>
        <p:nvGraphicFramePr>
          <p:cNvPr id="202" name="Google Shape;202;g26ba4dd4811_0_2"/>
          <p:cNvGraphicFramePr/>
          <p:nvPr/>
        </p:nvGraphicFramePr>
        <p:xfrm>
          <a:off x="1638863" y="2143925"/>
          <a:ext cx="10044875" cy="4714075"/>
        </p:xfrm>
        <a:graphic>
          <a:graphicData uri="http://schemas.openxmlformats.org/drawingml/2006/table">
            <a:tbl>
              <a:tblPr>
                <a:noFill/>
                <a:tableStyleId>{628823BE-3C10-4B97-A690-FEFBDDBC875D}</a:tableStyleId>
              </a:tblPr>
              <a:tblGrid>
                <a:gridCol w="658325">
                  <a:extLst>
                    <a:ext uri="{9D8B030D-6E8A-4147-A177-3AD203B41FA5}">
                      <a16:colId xmlns:a16="http://schemas.microsoft.com/office/drawing/2014/main" val="20000"/>
                    </a:ext>
                  </a:extLst>
                </a:gridCol>
                <a:gridCol w="4693625">
                  <a:extLst>
                    <a:ext uri="{9D8B030D-6E8A-4147-A177-3AD203B41FA5}">
                      <a16:colId xmlns:a16="http://schemas.microsoft.com/office/drawing/2014/main" val="20001"/>
                    </a:ext>
                  </a:extLst>
                </a:gridCol>
                <a:gridCol w="4692925">
                  <a:extLst>
                    <a:ext uri="{9D8B030D-6E8A-4147-A177-3AD203B41FA5}">
                      <a16:colId xmlns:a16="http://schemas.microsoft.com/office/drawing/2014/main" val="20002"/>
                    </a:ext>
                  </a:extLst>
                </a:gridCol>
              </a:tblGrid>
              <a:tr h="522900">
                <a:tc>
                  <a:txBody>
                    <a:bodyPr/>
                    <a:lstStyle/>
                    <a:p>
                      <a:pPr marL="0" marR="0" lvl="0" indent="0" algn="ctr" rtl="0">
                        <a:lnSpc>
                          <a:spcPct val="100000"/>
                        </a:lnSpc>
                        <a:spcBef>
                          <a:spcPts val="0"/>
                        </a:spcBef>
                        <a:spcAft>
                          <a:spcPts val="0"/>
                        </a:spcAft>
                        <a:buClr>
                          <a:srgbClr val="000000"/>
                        </a:buClr>
                        <a:buSzPts val="1400"/>
                        <a:buFont typeface="Arial"/>
                        <a:buNone/>
                      </a:pPr>
                      <a:r>
                        <a:rPr lang="en-US" sz="1400" b="1" u="none" strike="noStrike" cap="none">
                          <a:latin typeface="Times New Roman"/>
                          <a:ea typeface="Times New Roman"/>
                          <a:cs typeface="Times New Roman"/>
                          <a:sym typeface="Times New Roman"/>
                        </a:rPr>
                        <a:t>ID</a:t>
                      </a:r>
                      <a:endParaRPr sz="1400" b="1"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1" u="none" strike="noStrike" cap="none">
                          <a:latin typeface="Times New Roman"/>
                          <a:ea typeface="Times New Roman"/>
                          <a:cs typeface="Times New Roman"/>
                          <a:sym typeface="Times New Roman"/>
                        </a:rPr>
                        <a:t>Test Data</a:t>
                      </a:r>
                      <a:endParaRPr sz="1400" b="1"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1" u="none" strike="noStrike" cap="none">
                          <a:latin typeface="Times New Roman"/>
                          <a:ea typeface="Times New Roman"/>
                          <a:cs typeface="Times New Roman"/>
                          <a:sym typeface="Times New Roman"/>
                        </a:rPr>
                        <a:t>Output</a:t>
                      </a:r>
                      <a:endParaRPr sz="1400" b="1"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0"/>
                  </a:ext>
                </a:extLst>
              </a:tr>
              <a:tr h="4191175">
                <a:tc>
                  <a:txBody>
                    <a:bodyPr/>
                    <a:lstStyle/>
                    <a:p>
                      <a:pPr marL="0" marR="0" lvl="0" indent="0" algn="l" rtl="0">
                        <a:lnSpc>
                          <a:spcPct val="100000"/>
                        </a:lnSpc>
                        <a:spcBef>
                          <a:spcPts val="0"/>
                        </a:spcBef>
                        <a:spcAft>
                          <a:spcPts val="0"/>
                        </a:spcAft>
                        <a:buClr>
                          <a:srgbClr val="000000"/>
                        </a:buClr>
                        <a:buSzPts val="1400"/>
                        <a:buFont typeface="Arial"/>
                        <a:buNone/>
                      </a:pPr>
                      <a:r>
                        <a:rPr lang="en-US"/>
                        <a:t>3</a:t>
                      </a:r>
                      <a:endParaRPr sz="1400" u="none" strike="noStrike" cap="none"/>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tc>
                <a:extLst>
                  <a:ext uri="{0D108BD9-81ED-4DB2-BD59-A6C34878D82A}">
                    <a16:rowId xmlns:a16="http://schemas.microsoft.com/office/drawing/2014/main" val="10001"/>
                  </a:ext>
                </a:extLst>
              </a:tr>
            </a:tbl>
          </a:graphicData>
        </a:graphic>
      </p:graphicFrame>
      <p:pic>
        <p:nvPicPr>
          <p:cNvPr id="203" name="Google Shape;203;g26ba4dd4811_0_2"/>
          <p:cNvPicPr preferRelativeResize="0"/>
          <p:nvPr/>
        </p:nvPicPr>
        <p:blipFill>
          <a:blip r:embed="rId4">
            <a:alphaModFix/>
          </a:blip>
          <a:stretch>
            <a:fillRect/>
          </a:stretch>
        </p:blipFill>
        <p:spPr>
          <a:xfrm>
            <a:off x="7730850" y="2775125"/>
            <a:ext cx="3280449" cy="4010400"/>
          </a:xfrm>
          <a:prstGeom prst="rect">
            <a:avLst/>
          </a:prstGeom>
          <a:noFill/>
          <a:ln>
            <a:noFill/>
          </a:ln>
        </p:spPr>
      </p:pic>
      <p:pic>
        <p:nvPicPr>
          <p:cNvPr id="204" name="Google Shape;204;g26ba4dd4811_0_2"/>
          <p:cNvPicPr preferRelativeResize="0"/>
          <p:nvPr/>
        </p:nvPicPr>
        <p:blipFill>
          <a:blip r:embed="rId5">
            <a:alphaModFix/>
          </a:blip>
          <a:stretch>
            <a:fillRect/>
          </a:stretch>
        </p:blipFill>
        <p:spPr>
          <a:xfrm>
            <a:off x="3190775" y="2869400"/>
            <a:ext cx="2988675" cy="3821852"/>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09" name="Google Shape;209;p15"/>
          <p:cNvSpPr txBox="1"/>
          <p:nvPr/>
        </p:nvSpPr>
        <p:spPr>
          <a:xfrm>
            <a:off x="233675" y="2349957"/>
            <a:ext cx="11399400" cy="3417000"/>
          </a:xfrm>
          <a:prstGeom prst="rect">
            <a:avLst/>
          </a:prstGeom>
          <a:noFill/>
          <a:ln>
            <a:noFill/>
          </a:ln>
        </p:spPr>
        <p:txBody>
          <a:bodyPr spcFirstLastPara="1" wrap="square" lIns="45675" tIns="45675" rIns="45675" bIns="45675" anchor="t" anchorCtr="0">
            <a:spAutoFit/>
          </a:bodyPr>
          <a:lstStyle/>
          <a:p>
            <a:pPr marL="0" marR="0" lvl="0" indent="0" algn="just" rtl="0">
              <a:lnSpc>
                <a:spcPct val="100000"/>
              </a:lnSpc>
              <a:spcBef>
                <a:spcPts val="0"/>
              </a:spcBef>
              <a:spcAft>
                <a:spcPts val="0"/>
              </a:spcAft>
              <a:buClr>
                <a:srgbClr val="000000"/>
              </a:buClr>
              <a:buSzPts val="2000"/>
              <a:buFont typeface="Times New Roman"/>
              <a:buNone/>
            </a:pPr>
            <a:r>
              <a:rPr lang="en-US" sz="2400" i="0" u="none" strike="noStrike" cap="none">
                <a:solidFill>
                  <a:srgbClr val="000000"/>
                </a:solidFill>
                <a:latin typeface="Times New Roman"/>
                <a:ea typeface="Times New Roman"/>
                <a:cs typeface="Times New Roman"/>
                <a:sym typeface="Times New Roman"/>
              </a:rPr>
              <a:t>              </a:t>
            </a:r>
            <a:r>
              <a:rPr lang="en-US" sz="2400">
                <a:solidFill>
                  <a:srgbClr val="0D0D0D"/>
                </a:solidFill>
                <a:highlight>
                  <a:srgbClr val="FFFFFF"/>
                </a:highlight>
                <a:latin typeface="Times New Roman"/>
                <a:ea typeface="Times New Roman"/>
                <a:cs typeface="Times New Roman"/>
                <a:sym typeface="Times New Roman"/>
              </a:rPr>
              <a:t>Annotation is the practice of supplementing text with extra details or labels to offer context, enhance comprehension, or facilitate the refinement of Natural Language Processing (NLP) models. In our forthcoming paper, we delve into the meticulous steps we have undertaken to achieve annotation specifically tailored for the Telugu language. Our exploration extends to the algorithms we have employed, namely CRAFT, DEGAN, and CRNN. Through meticulous examination and comparison with alternative models, we aim to elucidate the efficacy and nuances of these approaches in the context of annotating Telugu language text.</a:t>
            </a:r>
            <a:endParaRPr sz="2400">
              <a:solidFill>
                <a:srgbClr val="0D0D0D"/>
              </a:solidFill>
              <a:highlight>
                <a:srgbClr val="FFFFFF"/>
              </a:highlight>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2000"/>
              <a:buFont typeface="Times New Roman"/>
              <a:buNone/>
            </a:pPr>
            <a:endParaRPr sz="2400">
              <a:solidFill>
                <a:srgbClr val="0D0D0D"/>
              </a:solidFill>
              <a:highlight>
                <a:srgbClr val="FFFFFF"/>
              </a:highlight>
              <a:latin typeface="Times New Roman"/>
              <a:ea typeface="Times New Roman"/>
              <a:cs typeface="Times New Roman"/>
              <a:sym typeface="Times New Roman"/>
            </a:endParaRPr>
          </a:p>
        </p:txBody>
      </p:sp>
      <p:pic>
        <p:nvPicPr>
          <p:cNvPr id="210" name="Google Shape;210;p15" descr="Google Shape;250;p16"/>
          <p:cNvPicPr preferRelativeResize="0"/>
          <p:nvPr/>
        </p:nvPicPr>
        <p:blipFill rotWithShape="1">
          <a:blip r:embed="rId3">
            <a:alphaModFix/>
          </a:blip>
          <a:srcRect/>
          <a:stretch/>
        </p:blipFill>
        <p:spPr>
          <a:xfrm>
            <a:off x="112598" y="389731"/>
            <a:ext cx="1219201" cy="1144589"/>
          </a:xfrm>
          <a:prstGeom prst="rect">
            <a:avLst/>
          </a:prstGeom>
          <a:noFill/>
          <a:ln>
            <a:noFill/>
          </a:ln>
        </p:spPr>
      </p:pic>
      <p:sp>
        <p:nvSpPr>
          <p:cNvPr id="211" name="Google Shape;211;p15"/>
          <p:cNvSpPr txBox="1"/>
          <p:nvPr/>
        </p:nvSpPr>
        <p:spPr>
          <a:xfrm>
            <a:off x="1331799" y="472143"/>
            <a:ext cx="10659000" cy="1108200"/>
          </a:xfrm>
          <a:prstGeom prst="rect">
            <a:avLst/>
          </a:prstGeom>
          <a:noFill/>
          <a:ln>
            <a:noFill/>
          </a:ln>
        </p:spPr>
        <p:txBody>
          <a:bodyPr spcFirstLastPara="1" wrap="square" lIns="45675" tIns="45675" rIns="45675" bIns="45675" anchor="t" anchorCtr="0">
            <a:spAutoFit/>
          </a:bodyPr>
          <a:lstStyle/>
          <a:p>
            <a:pPr marL="0" marR="0" lvl="0" indent="0" algn="ctr" rtl="0">
              <a:lnSpc>
                <a:spcPct val="100000"/>
              </a:lnSpc>
              <a:spcBef>
                <a:spcPts val="0"/>
              </a:spcBef>
              <a:spcAft>
                <a:spcPts val="0"/>
              </a:spcAft>
              <a:buClr>
                <a:srgbClr val="000000"/>
              </a:buClr>
              <a:buSzPts val="2200"/>
              <a:buFont typeface="Arial Rounded"/>
              <a:buNone/>
            </a:pPr>
            <a:r>
              <a:rPr lang="en-US" sz="2200" b="1" i="0" u="none" strike="noStrike" cap="none" dirty="0">
                <a:solidFill>
                  <a:srgbClr val="000000"/>
                </a:solidFill>
                <a:latin typeface="Arial Rounded"/>
                <a:ea typeface="Arial Rounded"/>
                <a:cs typeface="Arial Rounded"/>
                <a:sym typeface="Arial Rounded"/>
              </a:rPr>
              <a:t>GOKARAJU RANGARAJU INSTITUTE OF ENGINEERING AND TECHNOLOGY</a:t>
            </a:r>
            <a:endParaRPr sz="1400" b="0"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Rounded"/>
              <a:buNone/>
            </a:pPr>
            <a:r>
              <a:rPr lang="en-US" sz="2200" b="1" i="0" u="none" strike="noStrike" cap="none" dirty="0">
                <a:solidFill>
                  <a:srgbClr val="000000"/>
                </a:solidFill>
                <a:latin typeface="Arial Rounded"/>
                <a:ea typeface="Arial Rounded"/>
                <a:cs typeface="Arial Rounded"/>
                <a:sym typeface="Arial Rounded"/>
              </a:rPr>
              <a:t>Department of Computer Science and Engineering</a:t>
            </a:r>
            <a:endParaRPr sz="1400" b="0"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Rounded"/>
              <a:buNone/>
            </a:pPr>
            <a:r>
              <a:rPr lang="en-US" sz="2200" b="1" i="0" u="none" strike="noStrike" cap="none" dirty="0">
                <a:solidFill>
                  <a:srgbClr val="000000"/>
                </a:solidFill>
                <a:latin typeface="Arial Rounded"/>
                <a:ea typeface="Arial Rounded"/>
                <a:cs typeface="Arial Rounded"/>
                <a:sym typeface="Arial Rounded"/>
              </a:rPr>
              <a:t>MAJOR Project </a:t>
            </a:r>
            <a:r>
              <a:rPr lang="en-US" sz="2200" b="1" i="0" u="none" strike="noStrike" cap="none" dirty="0">
                <a:solidFill>
                  <a:schemeClr val="dk1"/>
                </a:solidFill>
                <a:latin typeface="Arial Rounded"/>
                <a:ea typeface="Arial Rounded"/>
                <a:cs typeface="Arial Rounded"/>
                <a:sym typeface="Arial Rounded"/>
              </a:rPr>
              <a:t>Phase-II Review-</a:t>
            </a:r>
            <a:r>
              <a:rPr lang="en-US" sz="2200" b="1" dirty="0">
                <a:solidFill>
                  <a:schemeClr val="dk1"/>
                </a:solidFill>
                <a:latin typeface="Arial Rounded"/>
                <a:ea typeface="Arial Rounded"/>
                <a:cs typeface="Arial Rounded"/>
                <a:sym typeface="Arial Rounded"/>
              </a:rPr>
              <a:t>2</a:t>
            </a:r>
            <a:endParaRPr sz="1400" b="0" i="0" u="none" strike="noStrike" cap="none" dirty="0">
              <a:solidFill>
                <a:srgbClr val="000000"/>
              </a:solidFill>
              <a:latin typeface="Arial"/>
              <a:ea typeface="Arial"/>
              <a:cs typeface="Arial"/>
              <a:sym typeface="Arial"/>
            </a:endParaRPr>
          </a:p>
        </p:txBody>
      </p:sp>
      <p:sp>
        <p:nvSpPr>
          <p:cNvPr id="212" name="Google Shape;212;p15"/>
          <p:cNvSpPr txBox="1"/>
          <p:nvPr/>
        </p:nvSpPr>
        <p:spPr>
          <a:xfrm>
            <a:off x="233660" y="1210950"/>
            <a:ext cx="7308300" cy="954300"/>
          </a:xfrm>
          <a:prstGeom prst="rect">
            <a:avLst/>
          </a:prstGeom>
          <a:noFill/>
          <a:ln>
            <a:noFill/>
          </a:ln>
        </p:spPr>
        <p:txBody>
          <a:bodyPr spcFirstLastPara="1" wrap="square" lIns="45675" tIns="45675" rIns="45675" bIns="45675" anchor="t" anchorCtr="0">
            <a:spAutoFit/>
          </a:bodyPr>
          <a:lstStyle/>
          <a:p>
            <a:pPr marL="0" marR="0" lvl="0" indent="0" algn="l" rtl="0">
              <a:lnSpc>
                <a:spcPct val="100000"/>
              </a:lnSpc>
              <a:spcBef>
                <a:spcPts val="0"/>
              </a:spcBef>
              <a:spcAft>
                <a:spcPts val="0"/>
              </a:spcAft>
              <a:buClr>
                <a:srgbClr val="000000"/>
              </a:buClr>
              <a:buSzPts val="2800"/>
              <a:buFont typeface="Arial"/>
              <a:buNone/>
            </a:pPr>
            <a:endParaRPr sz="2800" b="0" i="0" u="none" strike="noStrike" cap="none">
              <a:solidFill>
                <a:srgbClr val="000000"/>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2800"/>
              <a:buFont typeface="Times New Roman"/>
              <a:buNone/>
            </a:pPr>
            <a:r>
              <a:rPr lang="en-US" sz="2800" b="1">
                <a:latin typeface="Times New Roman"/>
                <a:ea typeface="Times New Roman"/>
                <a:cs typeface="Times New Roman"/>
                <a:sym typeface="Times New Roman"/>
              </a:rPr>
              <a:t>Proposed Main Paper</a:t>
            </a:r>
            <a:r>
              <a:rPr lang="en-US" sz="2800" b="1" i="0" u="none" strike="noStrike" cap="none">
                <a:solidFill>
                  <a:srgbClr val="000000"/>
                </a:solidFill>
                <a:latin typeface="Arial"/>
                <a:ea typeface="Arial"/>
                <a:cs typeface="Arial"/>
                <a:sym typeface="Arial"/>
              </a:rPr>
              <a:t>:</a:t>
            </a:r>
            <a:r>
              <a:rPr lang="en-US" sz="2800" b="0" i="0" u="none" strike="noStrike" cap="none">
                <a:solidFill>
                  <a:srgbClr val="000000"/>
                </a:solidFill>
                <a:latin typeface="Arial"/>
                <a:ea typeface="Arial"/>
                <a:cs typeface="Arial"/>
                <a:sym typeface="Arial"/>
              </a:rPr>
              <a:t> </a:t>
            </a:r>
            <a:endParaRPr sz="1400" b="0" i="0" u="none" strike="noStrike" cap="none">
              <a:solidFill>
                <a:srgbClr val="000000"/>
              </a:solidFill>
              <a:latin typeface="Arial"/>
              <a:ea typeface="Arial"/>
              <a:cs typeface="Arial"/>
              <a:sym typeface="Arial"/>
            </a:endParaRPr>
          </a:p>
        </p:txBody>
      </p:sp>
      <p:sp>
        <p:nvSpPr>
          <p:cNvPr id="213" name="Google Shape;213;p15"/>
          <p:cNvSpPr txBox="1">
            <a:spLocks noGrp="1"/>
          </p:cNvSpPr>
          <p:nvPr>
            <p:ph type="sldNum" idx="12"/>
          </p:nvPr>
        </p:nvSpPr>
        <p:spPr>
          <a:xfrm>
            <a:off x="11095216" y="6414769"/>
            <a:ext cx="258584" cy="248266"/>
          </a:xfrm>
          <a:prstGeom prst="rect">
            <a:avLst/>
          </a:prstGeom>
          <a:noFill/>
          <a:ln>
            <a:noFill/>
          </a:ln>
        </p:spPr>
        <p:txBody>
          <a:bodyPr spcFirstLastPara="1" wrap="square" lIns="45675" tIns="45675" rIns="45675" bIns="45675" anchor="ctr" anchorCtr="0">
            <a:spAutoFit/>
          </a:bodyPr>
          <a:lstStyle/>
          <a:p>
            <a:pPr marL="0" lvl="0" indent="0" algn="r" rtl="0">
              <a:lnSpc>
                <a:spcPct val="100000"/>
              </a:lnSpc>
              <a:spcBef>
                <a:spcPts val="0"/>
              </a:spcBef>
              <a:spcAft>
                <a:spcPts val="0"/>
              </a:spcAft>
              <a:buClr>
                <a:srgbClr val="888888"/>
              </a:buClr>
              <a:buSzPts val="1200"/>
              <a:buFont typeface="Calibri"/>
              <a:buNone/>
            </a:pPr>
            <a:fld id="{00000000-1234-1234-1234-123412341234}" type="slidenum">
              <a:rPr lang="en-US" sz="1200">
                <a:solidFill>
                  <a:srgbClr val="888888"/>
                </a:solidFill>
                <a:latin typeface="Calibri"/>
                <a:ea typeface="Calibri"/>
                <a:cs typeface="Calibri"/>
                <a:sym typeface="Calibri"/>
              </a:rPr>
              <a:t>15</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17"/>
        <p:cNvGrpSpPr/>
        <p:nvPr/>
      </p:nvGrpSpPr>
      <p:grpSpPr>
        <a:xfrm>
          <a:off x="0" y="0"/>
          <a:ext cx="0" cy="0"/>
          <a:chOff x="0" y="0"/>
          <a:chExt cx="0" cy="0"/>
        </a:xfrm>
      </p:grpSpPr>
      <p:sp>
        <p:nvSpPr>
          <p:cNvPr id="218" name="Google Shape;218;g2c2692669a5_0_0"/>
          <p:cNvSpPr txBox="1"/>
          <p:nvPr/>
        </p:nvSpPr>
        <p:spPr>
          <a:xfrm>
            <a:off x="233674" y="2349949"/>
            <a:ext cx="11399400" cy="4293392"/>
          </a:xfrm>
          <a:prstGeom prst="rect">
            <a:avLst/>
          </a:prstGeom>
          <a:noFill/>
          <a:ln>
            <a:noFill/>
          </a:ln>
        </p:spPr>
        <p:txBody>
          <a:bodyPr spcFirstLastPara="1" wrap="square" lIns="45675" tIns="45675" rIns="45675" bIns="45675" anchor="t" anchorCtr="0">
            <a:spAutoFit/>
          </a:bodyPr>
          <a:lstStyle/>
          <a:p>
            <a:pPr marL="0" marR="0" lvl="0" indent="0" algn="just" rtl="0">
              <a:lnSpc>
                <a:spcPct val="100000"/>
              </a:lnSpc>
              <a:spcBef>
                <a:spcPts val="0"/>
              </a:spcBef>
              <a:spcAft>
                <a:spcPts val="0"/>
              </a:spcAft>
              <a:buClr>
                <a:srgbClr val="000000"/>
              </a:buClr>
              <a:buSzPts val="2000"/>
              <a:buFont typeface="Times New Roman"/>
              <a:buNone/>
            </a:pPr>
            <a:r>
              <a:rPr lang="en-US" sz="2000" b="0" i="0" u="none" strike="noStrike" cap="none" dirty="0">
                <a:solidFill>
                  <a:srgbClr val="000000"/>
                </a:solidFill>
                <a:latin typeface="Times New Roman"/>
                <a:ea typeface="Times New Roman"/>
                <a:cs typeface="Times New Roman"/>
                <a:sym typeface="Times New Roman"/>
              </a:rPr>
              <a:t>               </a:t>
            </a:r>
            <a:r>
              <a:rPr lang="en-US" sz="2100" b="0" i="0" u="none" strike="noStrike" cap="none" dirty="0">
                <a:solidFill>
                  <a:srgbClr val="000000"/>
                </a:solidFill>
                <a:latin typeface="Times New Roman"/>
                <a:ea typeface="Times New Roman"/>
                <a:cs typeface="Times New Roman"/>
                <a:sym typeface="Times New Roman"/>
              </a:rPr>
              <a:t>In conclusion, an Automated Annotation System designed for document text images brings transformative benefits to various industries. By leveraging advanced image processing techniques, such as Optical Character Recognition (OCR) and deep learning algorithms, this system significantly enhances document analysis, data extraction, and information retrieval processes. It optimizes efficiency, accuracy, and productivity by automating the time-consuming task of manual annotation. This system finds applications in areas ranging from digitizing historical archives and cataloging large document databases to aiding in content indexing and semantic understanding. As technology continues to advance, the development and adoption of Automated Annotation Systems for Document Text Images hold the promise of revolutionizing the way we interact with and extract knowledge from textual documents.</a:t>
            </a:r>
          </a:p>
          <a:p>
            <a:pPr marL="0" marR="0" lvl="0" indent="0" algn="just" rtl="0">
              <a:lnSpc>
                <a:spcPct val="100000"/>
              </a:lnSpc>
              <a:spcBef>
                <a:spcPts val="0"/>
              </a:spcBef>
              <a:spcAft>
                <a:spcPts val="0"/>
              </a:spcAft>
              <a:buClr>
                <a:srgbClr val="000000"/>
              </a:buClr>
              <a:buSzPts val="2000"/>
              <a:buFont typeface="Times New Roman"/>
              <a:buNone/>
            </a:pPr>
            <a:endParaRPr lang="en-US" sz="2100" dirty="0">
              <a:latin typeface="Times New Roman"/>
              <a:cs typeface="Times New Roman"/>
              <a:sym typeface="Times New Roman"/>
            </a:endParaRPr>
          </a:p>
          <a:p>
            <a:pPr marL="0" marR="0" lvl="0" indent="0" algn="just" rtl="0">
              <a:lnSpc>
                <a:spcPct val="100000"/>
              </a:lnSpc>
              <a:spcBef>
                <a:spcPts val="0"/>
              </a:spcBef>
              <a:spcAft>
                <a:spcPts val="0"/>
              </a:spcAft>
              <a:buClr>
                <a:srgbClr val="000000"/>
              </a:buClr>
              <a:buSzPts val="2000"/>
              <a:buFont typeface="Times New Roman"/>
              <a:buNone/>
            </a:pPr>
            <a:r>
              <a:rPr lang="en-US" sz="2100" b="0" i="0" u="none" strike="noStrike" cap="none" dirty="0">
                <a:solidFill>
                  <a:srgbClr val="000000"/>
                </a:solidFill>
                <a:latin typeface="Times New Roman"/>
                <a:ea typeface="Arial"/>
                <a:cs typeface="Times New Roman"/>
                <a:sym typeface="Times New Roman"/>
              </a:rPr>
              <a:t>             We have successfully executed De-GAN fo</a:t>
            </a:r>
            <a:r>
              <a:rPr lang="en-US" sz="2100" dirty="0">
                <a:latin typeface="Times New Roman"/>
                <a:cs typeface="Times New Roman"/>
                <a:sym typeface="Times New Roman"/>
              </a:rPr>
              <a:t>r pre-processing, CRAFT for text detection and CRNN for recognizing document text images of Telugu language. We annotated the images using dimensions given by CRAFT.</a:t>
            </a:r>
            <a:endParaRPr sz="1500" b="0" i="0" u="none" strike="noStrike" cap="none" dirty="0">
              <a:solidFill>
                <a:srgbClr val="000000"/>
              </a:solidFill>
              <a:latin typeface="Arial"/>
              <a:ea typeface="Arial"/>
              <a:cs typeface="Arial"/>
              <a:sym typeface="Arial"/>
            </a:endParaRPr>
          </a:p>
        </p:txBody>
      </p:sp>
      <p:pic>
        <p:nvPicPr>
          <p:cNvPr id="219" name="Google Shape;219;g2c2692669a5_0_0" descr="Google Shape;250;p16"/>
          <p:cNvPicPr preferRelativeResize="0"/>
          <p:nvPr/>
        </p:nvPicPr>
        <p:blipFill rotWithShape="1">
          <a:blip r:embed="rId3">
            <a:alphaModFix/>
          </a:blip>
          <a:srcRect/>
          <a:stretch/>
        </p:blipFill>
        <p:spPr>
          <a:xfrm>
            <a:off x="112598" y="453956"/>
            <a:ext cx="1219201" cy="1144589"/>
          </a:xfrm>
          <a:prstGeom prst="rect">
            <a:avLst/>
          </a:prstGeom>
          <a:noFill/>
          <a:ln>
            <a:noFill/>
          </a:ln>
        </p:spPr>
      </p:pic>
      <p:sp>
        <p:nvSpPr>
          <p:cNvPr id="220" name="Google Shape;220;g2c2692669a5_0_0"/>
          <p:cNvSpPr txBox="1"/>
          <p:nvPr/>
        </p:nvSpPr>
        <p:spPr>
          <a:xfrm>
            <a:off x="1331799" y="579900"/>
            <a:ext cx="10659000" cy="1108200"/>
          </a:xfrm>
          <a:prstGeom prst="rect">
            <a:avLst/>
          </a:prstGeom>
          <a:noFill/>
          <a:ln>
            <a:noFill/>
          </a:ln>
        </p:spPr>
        <p:txBody>
          <a:bodyPr spcFirstLastPara="1" wrap="square" lIns="45675" tIns="45675" rIns="45675" bIns="45675" anchor="t" anchorCtr="0">
            <a:spAutoFit/>
          </a:bodyPr>
          <a:lstStyle/>
          <a:p>
            <a:pPr marL="0" marR="0" lvl="0" indent="0" algn="ctr" rtl="0">
              <a:lnSpc>
                <a:spcPct val="100000"/>
              </a:lnSpc>
              <a:spcBef>
                <a:spcPts val="0"/>
              </a:spcBef>
              <a:spcAft>
                <a:spcPts val="0"/>
              </a:spcAft>
              <a:buClr>
                <a:srgbClr val="000000"/>
              </a:buClr>
              <a:buSzPts val="2200"/>
              <a:buFont typeface="Arial Rounded"/>
              <a:buNone/>
            </a:pPr>
            <a:r>
              <a:rPr lang="en-US" sz="2200" b="1" i="0" u="none" strike="noStrike" cap="none" dirty="0">
                <a:solidFill>
                  <a:srgbClr val="000000"/>
                </a:solidFill>
                <a:latin typeface="Arial Rounded"/>
                <a:ea typeface="Arial Rounded"/>
                <a:cs typeface="Arial Rounded"/>
                <a:sym typeface="Arial Rounded"/>
              </a:rPr>
              <a:t>GOKARAJU RANGARAJU INSTITUTE OF ENGINEERING AND TECHNOLOGY</a:t>
            </a:r>
            <a:endParaRPr sz="1400" b="0"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Rounded"/>
              <a:buNone/>
            </a:pPr>
            <a:r>
              <a:rPr lang="en-US" sz="2200" b="1" i="0" u="none" strike="noStrike" cap="none" dirty="0">
                <a:solidFill>
                  <a:srgbClr val="000000"/>
                </a:solidFill>
                <a:latin typeface="Arial Rounded"/>
                <a:ea typeface="Arial Rounded"/>
                <a:cs typeface="Arial Rounded"/>
                <a:sym typeface="Arial Rounded"/>
              </a:rPr>
              <a:t>Department of Computer Science and Engineering</a:t>
            </a:r>
            <a:endParaRPr sz="1400" b="0"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Rounded"/>
              <a:buNone/>
            </a:pPr>
            <a:r>
              <a:rPr lang="en-US" sz="2200" b="1" i="0" u="none" strike="noStrike" cap="none" dirty="0">
                <a:solidFill>
                  <a:srgbClr val="000000"/>
                </a:solidFill>
                <a:latin typeface="Arial Rounded"/>
                <a:ea typeface="Arial Rounded"/>
                <a:cs typeface="Arial Rounded"/>
                <a:sym typeface="Arial Rounded"/>
              </a:rPr>
              <a:t>MAJOR Project </a:t>
            </a:r>
            <a:r>
              <a:rPr lang="en-US" sz="2200" b="1" i="0" u="none" strike="noStrike" cap="none" dirty="0">
                <a:solidFill>
                  <a:schemeClr val="dk1"/>
                </a:solidFill>
                <a:latin typeface="Arial Rounded"/>
                <a:ea typeface="Arial Rounded"/>
                <a:cs typeface="Arial Rounded"/>
                <a:sym typeface="Arial Rounded"/>
              </a:rPr>
              <a:t>Phase-II Review-</a:t>
            </a:r>
            <a:r>
              <a:rPr lang="en-US" sz="2200" b="1" dirty="0">
                <a:solidFill>
                  <a:schemeClr val="dk1"/>
                </a:solidFill>
                <a:latin typeface="Arial Rounded"/>
                <a:ea typeface="Arial Rounded"/>
                <a:cs typeface="Arial Rounded"/>
                <a:sym typeface="Arial Rounded"/>
              </a:rPr>
              <a:t>2</a:t>
            </a:r>
            <a:endParaRPr sz="1400" b="0" i="0" u="none" strike="noStrike" cap="none" dirty="0">
              <a:solidFill>
                <a:srgbClr val="000000"/>
              </a:solidFill>
              <a:latin typeface="Arial"/>
              <a:ea typeface="Arial"/>
              <a:cs typeface="Arial"/>
              <a:sym typeface="Arial"/>
            </a:endParaRPr>
          </a:p>
        </p:txBody>
      </p:sp>
      <p:sp>
        <p:nvSpPr>
          <p:cNvPr id="221" name="Google Shape;221;g2c2692669a5_0_0"/>
          <p:cNvSpPr txBox="1"/>
          <p:nvPr/>
        </p:nvSpPr>
        <p:spPr>
          <a:xfrm>
            <a:off x="233660" y="1210950"/>
            <a:ext cx="7308300" cy="954300"/>
          </a:xfrm>
          <a:prstGeom prst="rect">
            <a:avLst/>
          </a:prstGeom>
          <a:noFill/>
          <a:ln>
            <a:noFill/>
          </a:ln>
        </p:spPr>
        <p:txBody>
          <a:bodyPr spcFirstLastPara="1" wrap="square" lIns="45675" tIns="45675" rIns="45675" bIns="45675" anchor="t" anchorCtr="0">
            <a:spAutoFit/>
          </a:bodyPr>
          <a:lstStyle/>
          <a:p>
            <a:pPr marL="0" marR="0" lvl="0" indent="0" algn="l" rtl="0">
              <a:lnSpc>
                <a:spcPct val="100000"/>
              </a:lnSpc>
              <a:spcBef>
                <a:spcPts val="0"/>
              </a:spcBef>
              <a:spcAft>
                <a:spcPts val="0"/>
              </a:spcAft>
              <a:buClr>
                <a:srgbClr val="000000"/>
              </a:buClr>
              <a:buSzPts val="2800"/>
              <a:buFont typeface="Arial"/>
              <a:buNone/>
            </a:pPr>
            <a:endParaRPr sz="2800" b="0" i="0" u="none" strike="noStrike" cap="none">
              <a:solidFill>
                <a:srgbClr val="000000"/>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2800"/>
              <a:buFont typeface="Times New Roman"/>
              <a:buNone/>
            </a:pPr>
            <a:r>
              <a:rPr lang="en-US" sz="2800" b="1" i="0" u="none" strike="noStrike" cap="none">
                <a:solidFill>
                  <a:srgbClr val="000000"/>
                </a:solidFill>
                <a:latin typeface="Times New Roman"/>
                <a:ea typeface="Times New Roman"/>
                <a:cs typeface="Times New Roman"/>
                <a:sym typeface="Times New Roman"/>
              </a:rPr>
              <a:t>Conclusion </a:t>
            </a:r>
            <a:r>
              <a:rPr lang="en-US" sz="2800" b="1" i="0" u="none" strike="noStrike" cap="none">
                <a:solidFill>
                  <a:srgbClr val="000000"/>
                </a:solidFill>
                <a:latin typeface="Arial"/>
                <a:ea typeface="Arial"/>
                <a:cs typeface="Arial"/>
                <a:sym typeface="Arial"/>
              </a:rPr>
              <a:t>:</a:t>
            </a:r>
            <a:r>
              <a:rPr lang="en-US" sz="2800" b="0" i="0" u="none" strike="noStrike" cap="none">
                <a:solidFill>
                  <a:srgbClr val="000000"/>
                </a:solidFill>
                <a:latin typeface="Arial"/>
                <a:ea typeface="Arial"/>
                <a:cs typeface="Arial"/>
                <a:sym typeface="Arial"/>
              </a:rPr>
              <a:t> </a:t>
            </a:r>
            <a:endParaRPr sz="1400" b="0" i="0" u="none" strike="noStrike" cap="none">
              <a:solidFill>
                <a:srgbClr val="000000"/>
              </a:solidFill>
              <a:latin typeface="Arial"/>
              <a:ea typeface="Arial"/>
              <a:cs typeface="Arial"/>
              <a:sym typeface="Arial"/>
            </a:endParaRPr>
          </a:p>
        </p:txBody>
      </p:sp>
      <p:sp>
        <p:nvSpPr>
          <p:cNvPr id="222" name="Google Shape;222;g2c2692669a5_0_0"/>
          <p:cNvSpPr txBox="1">
            <a:spLocks noGrp="1"/>
          </p:cNvSpPr>
          <p:nvPr>
            <p:ph type="sldNum" idx="12"/>
          </p:nvPr>
        </p:nvSpPr>
        <p:spPr>
          <a:xfrm>
            <a:off x="11095216" y="6414769"/>
            <a:ext cx="258600" cy="276900"/>
          </a:xfrm>
          <a:prstGeom prst="rect">
            <a:avLst/>
          </a:prstGeom>
          <a:noFill/>
          <a:ln>
            <a:noFill/>
          </a:ln>
        </p:spPr>
        <p:txBody>
          <a:bodyPr spcFirstLastPara="1" wrap="square" lIns="45675" tIns="45675" rIns="45675" bIns="45675" anchor="ctr" anchorCtr="0">
            <a:spAutoFit/>
          </a:bodyPr>
          <a:lstStyle/>
          <a:p>
            <a:pPr marL="0" lvl="0" indent="0" algn="r" rtl="0">
              <a:lnSpc>
                <a:spcPct val="100000"/>
              </a:lnSpc>
              <a:spcBef>
                <a:spcPts val="0"/>
              </a:spcBef>
              <a:spcAft>
                <a:spcPts val="0"/>
              </a:spcAft>
              <a:buClr>
                <a:srgbClr val="888888"/>
              </a:buClr>
              <a:buSzPts val="1200"/>
              <a:buFont typeface="Calibri"/>
              <a:buNone/>
            </a:pPr>
            <a:fld id="{00000000-1234-1234-1234-123412341234}" type="slidenum">
              <a:rPr lang="en-US" sz="1200">
                <a:solidFill>
                  <a:srgbClr val="888888"/>
                </a:solidFill>
                <a:latin typeface="Calibri"/>
                <a:ea typeface="Calibri"/>
                <a:cs typeface="Calibri"/>
                <a:sym typeface="Calibri"/>
              </a:rPr>
              <a:t>16</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26"/>
        <p:cNvGrpSpPr/>
        <p:nvPr/>
      </p:nvGrpSpPr>
      <p:grpSpPr>
        <a:xfrm>
          <a:off x="0" y="0"/>
          <a:ext cx="0" cy="0"/>
          <a:chOff x="0" y="0"/>
          <a:chExt cx="0" cy="0"/>
        </a:xfrm>
      </p:grpSpPr>
      <p:sp>
        <p:nvSpPr>
          <p:cNvPr id="227" name="Google Shape;227;g29ce8367354_2_40"/>
          <p:cNvSpPr txBox="1"/>
          <p:nvPr/>
        </p:nvSpPr>
        <p:spPr>
          <a:xfrm>
            <a:off x="233674" y="2349949"/>
            <a:ext cx="11399400" cy="708000"/>
          </a:xfrm>
          <a:prstGeom prst="rect">
            <a:avLst/>
          </a:prstGeom>
          <a:noFill/>
          <a:ln>
            <a:noFill/>
          </a:ln>
        </p:spPr>
        <p:txBody>
          <a:bodyPr spcFirstLastPara="1" wrap="square" lIns="45675" tIns="45675" rIns="45675" bIns="45675" anchor="t" anchorCtr="0">
            <a:spAutoFit/>
          </a:bodyPr>
          <a:lstStyle/>
          <a:p>
            <a:pPr marL="0" marR="0" lvl="0" indent="0" algn="just" rtl="0">
              <a:lnSpc>
                <a:spcPct val="100000"/>
              </a:lnSpc>
              <a:spcBef>
                <a:spcPts val="0"/>
              </a:spcBef>
              <a:spcAft>
                <a:spcPts val="0"/>
              </a:spcAft>
              <a:buClr>
                <a:srgbClr val="000000"/>
              </a:buClr>
              <a:buSzPts val="2000"/>
              <a:buFont typeface="Times New Roman"/>
              <a:buNone/>
            </a:pPr>
            <a:endParaRPr sz="2000" b="0" i="0" u="none" strike="noStrike" cap="none">
              <a:solidFill>
                <a:srgbClr val="000000"/>
              </a:solidFill>
              <a:latin typeface="Times New Roman"/>
              <a:ea typeface="Times New Roman"/>
              <a:cs typeface="Times New Roman"/>
              <a:sym typeface="Times New Roman"/>
            </a:endParaRPr>
          </a:p>
          <a:p>
            <a:pPr marL="457200" marR="0" lvl="0" indent="-330200" algn="just" rtl="0">
              <a:lnSpc>
                <a:spcPct val="100000"/>
              </a:lnSpc>
              <a:spcBef>
                <a:spcPts val="0"/>
              </a:spcBef>
              <a:spcAft>
                <a:spcPts val="0"/>
              </a:spcAft>
              <a:buClr>
                <a:srgbClr val="000000"/>
              </a:buClr>
              <a:buSzPts val="2000"/>
              <a:buFont typeface="Times New Roman"/>
              <a:buNone/>
            </a:pPr>
            <a:endParaRPr sz="2000" b="0" i="0" u="none" strike="noStrike" cap="none">
              <a:solidFill>
                <a:srgbClr val="000000"/>
              </a:solidFill>
              <a:latin typeface="Times New Roman"/>
              <a:ea typeface="Times New Roman"/>
              <a:cs typeface="Times New Roman"/>
              <a:sym typeface="Times New Roman"/>
            </a:endParaRPr>
          </a:p>
        </p:txBody>
      </p:sp>
      <p:pic>
        <p:nvPicPr>
          <p:cNvPr id="228" name="Google Shape;228;g29ce8367354_2_40" descr="Google Shape;260;p17"/>
          <p:cNvPicPr preferRelativeResize="0"/>
          <p:nvPr/>
        </p:nvPicPr>
        <p:blipFill rotWithShape="1">
          <a:blip r:embed="rId3">
            <a:alphaModFix/>
          </a:blip>
          <a:srcRect/>
          <a:stretch/>
        </p:blipFill>
        <p:spPr>
          <a:xfrm>
            <a:off x="112598" y="503342"/>
            <a:ext cx="1219201" cy="1144589"/>
          </a:xfrm>
          <a:prstGeom prst="rect">
            <a:avLst/>
          </a:prstGeom>
          <a:noFill/>
          <a:ln>
            <a:noFill/>
          </a:ln>
        </p:spPr>
      </p:pic>
      <p:sp>
        <p:nvSpPr>
          <p:cNvPr id="229" name="Google Shape;229;g29ce8367354_2_40"/>
          <p:cNvSpPr txBox="1"/>
          <p:nvPr/>
        </p:nvSpPr>
        <p:spPr>
          <a:xfrm>
            <a:off x="1402061" y="656324"/>
            <a:ext cx="10659000" cy="1108200"/>
          </a:xfrm>
          <a:prstGeom prst="rect">
            <a:avLst/>
          </a:prstGeom>
          <a:noFill/>
          <a:ln>
            <a:noFill/>
          </a:ln>
        </p:spPr>
        <p:txBody>
          <a:bodyPr spcFirstLastPara="1" wrap="square" lIns="45675" tIns="45675" rIns="45675" bIns="45675" anchor="t" anchorCtr="0">
            <a:spAutoFit/>
          </a:bodyPr>
          <a:lstStyle/>
          <a:p>
            <a:pPr marL="0" marR="0" lvl="0" indent="0" algn="ctr" rtl="0">
              <a:lnSpc>
                <a:spcPct val="100000"/>
              </a:lnSpc>
              <a:spcBef>
                <a:spcPts val="0"/>
              </a:spcBef>
              <a:spcAft>
                <a:spcPts val="0"/>
              </a:spcAft>
              <a:buClr>
                <a:srgbClr val="000000"/>
              </a:buClr>
              <a:buSzPts val="2200"/>
              <a:buFont typeface="Arial Rounded"/>
              <a:buNone/>
            </a:pPr>
            <a:r>
              <a:rPr lang="en-US" sz="2200" b="1" i="0" u="none" strike="noStrike" cap="none" dirty="0">
                <a:solidFill>
                  <a:srgbClr val="000000"/>
                </a:solidFill>
                <a:latin typeface="Arial Rounded"/>
                <a:ea typeface="Arial Rounded"/>
                <a:cs typeface="Arial Rounded"/>
                <a:sym typeface="Arial Rounded"/>
              </a:rPr>
              <a:t>GOKARAJU RANGARAJU INSTITUTE OF ENGINEERING AND TECHNOLOGY</a:t>
            </a:r>
            <a:endParaRPr sz="1400" b="0"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Rounded"/>
              <a:buNone/>
            </a:pPr>
            <a:r>
              <a:rPr lang="en-US" sz="2200" b="1" i="0" u="none" strike="noStrike" cap="none" dirty="0">
                <a:solidFill>
                  <a:srgbClr val="000000"/>
                </a:solidFill>
                <a:latin typeface="Arial Rounded"/>
                <a:ea typeface="Arial Rounded"/>
                <a:cs typeface="Arial Rounded"/>
                <a:sym typeface="Arial Rounded"/>
              </a:rPr>
              <a:t>Department of Computer Science and Engineering</a:t>
            </a:r>
            <a:endParaRPr sz="2200" b="1" i="0" u="none" strike="noStrike" cap="none" dirty="0">
              <a:solidFill>
                <a:srgbClr val="000000"/>
              </a:solidFill>
              <a:latin typeface="Arial Rounded"/>
              <a:ea typeface="Arial Rounded"/>
              <a:cs typeface="Arial Rounded"/>
              <a:sym typeface="Arial Rounded"/>
            </a:endParaRPr>
          </a:p>
          <a:p>
            <a:pPr marL="0" marR="0" lvl="0" indent="0" algn="l" rtl="0">
              <a:lnSpc>
                <a:spcPct val="100000"/>
              </a:lnSpc>
              <a:spcBef>
                <a:spcPts val="0"/>
              </a:spcBef>
              <a:spcAft>
                <a:spcPts val="0"/>
              </a:spcAft>
              <a:buClr>
                <a:schemeClr val="dk1"/>
              </a:buClr>
              <a:buSzPts val="2200"/>
              <a:buFont typeface="Arial Rounded"/>
              <a:buNone/>
            </a:pPr>
            <a:r>
              <a:rPr lang="en-US" sz="1400" b="0" i="0" u="none" strike="noStrike" cap="none" dirty="0">
                <a:solidFill>
                  <a:schemeClr val="dk1"/>
                </a:solidFill>
                <a:latin typeface="Arial"/>
                <a:ea typeface="Arial"/>
                <a:cs typeface="Arial"/>
                <a:sym typeface="Arial"/>
              </a:rPr>
              <a:t>                                                               </a:t>
            </a:r>
            <a:r>
              <a:rPr lang="en-US" sz="2200" b="1" i="0" u="none" strike="noStrike" cap="none" dirty="0">
                <a:solidFill>
                  <a:schemeClr val="dk1"/>
                </a:solidFill>
                <a:latin typeface="Arial Rounded"/>
                <a:ea typeface="Arial Rounded"/>
                <a:cs typeface="Arial Rounded"/>
                <a:sym typeface="Arial Rounded"/>
              </a:rPr>
              <a:t>MAJOR Project Phase-II Review-</a:t>
            </a:r>
            <a:r>
              <a:rPr lang="en-US" sz="2200" b="1" dirty="0">
                <a:solidFill>
                  <a:schemeClr val="dk1"/>
                </a:solidFill>
                <a:latin typeface="Arial Rounded"/>
                <a:ea typeface="Arial Rounded"/>
                <a:cs typeface="Arial Rounded"/>
                <a:sym typeface="Arial Rounded"/>
              </a:rPr>
              <a:t>2</a:t>
            </a:r>
            <a:endParaRPr sz="2200" b="1" i="0" u="none" strike="noStrike" cap="none" dirty="0">
              <a:solidFill>
                <a:srgbClr val="000000"/>
              </a:solidFill>
              <a:latin typeface="Arial Rounded"/>
              <a:ea typeface="Arial Rounded"/>
              <a:cs typeface="Arial Rounded"/>
              <a:sym typeface="Arial Rounded"/>
            </a:endParaRPr>
          </a:p>
        </p:txBody>
      </p:sp>
      <p:sp>
        <p:nvSpPr>
          <p:cNvPr id="230" name="Google Shape;230;g29ce8367354_2_40"/>
          <p:cNvSpPr txBox="1"/>
          <p:nvPr/>
        </p:nvSpPr>
        <p:spPr>
          <a:xfrm>
            <a:off x="182860" y="1210424"/>
            <a:ext cx="11826300" cy="10577700"/>
          </a:xfrm>
          <a:prstGeom prst="rect">
            <a:avLst/>
          </a:prstGeom>
          <a:noFill/>
          <a:ln>
            <a:noFill/>
          </a:ln>
        </p:spPr>
        <p:txBody>
          <a:bodyPr spcFirstLastPara="1" wrap="square" lIns="45675" tIns="45675" rIns="45675" bIns="45675" anchor="t" anchorCtr="0">
            <a:spAutoFit/>
          </a:bodyPr>
          <a:lstStyle/>
          <a:p>
            <a:pPr marL="0" marR="0" lvl="0" indent="0" algn="l" rtl="0">
              <a:lnSpc>
                <a:spcPct val="100000"/>
              </a:lnSpc>
              <a:spcBef>
                <a:spcPts val="0"/>
              </a:spcBef>
              <a:spcAft>
                <a:spcPts val="0"/>
              </a:spcAft>
              <a:buClr>
                <a:srgbClr val="000000"/>
              </a:buClr>
              <a:buSzPts val="2800"/>
              <a:buFont typeface="Times New Roman"/>
              <a:buNone/>
            </a:pPr>
            <a:endParaRPr sz="2800" b="1" i="0" u="none" strike="noStrike" cap="none">
              <a:solidFill>
                <a:srgbClr val="000000"/>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2800"/>
              <a:buFont typeface="Times New Roman"/>
              <a:buNone/>
            </a:pPr>
            <a:r>
              <a:rPr lang="en-US" sz="2800" b="1" i="0" u="none" strike="noStrike" cap="none">
                <a:solidFill>
                  <a:srgbClr val="000000"/>
                </a:solidFill>
                <a:latin typeface="Times New Roman"/>
                <a:ea typeface="Times New Roman"/>
                <a:cs typeface="Times New Roman"/>
                <a:sym typeface="Times New Roman"/>
              </a:rPr>
              <a:t>References</a:t>
            </a:r>
            <a:r>
              <a:rPr lang="en-US" sz="2800" b="1" i="0" u="none" strike="noStrike" cap="none">
                <a:solidFill>
                  <a:srgbClr val="000000"/>
                </a:solidFill>
                <a:latin typeface="Arial"/>
                <a:ea typeface="Arial"/>
                <a:cs typeface="Arial"/>
                <a:sym typeface="Arial"/>
              </a:rPr>
              <a:t>:</a:t>
            </a:r>
            <a:r>
              <a:rPr lang="en-US" sz="2800" b="0" i="0" u="none" strike="noStrike" cap="none">
                <a:solidFill>
                  <a:srgbClr val="000000"/>
                </a:solidFill>
                <a:latin typeface="Arial"/>
                <a:ea typeface="Arial"/>
                <a:cs typeface="Arial"/>
                <a:sym typeface="Arial"/>
              </a:rPr>
              <a:t> </a:t>
            </a:r>
            <a:endParaRPr sz="2800" b="0" i="0" u="none" strike="noStrike" cap="none">
              <a:solidFill>
                <a:srgbClr val="000000"/>
              </a:solidFill>
              <a:latin typeface="Arial"/>
              <a:ea typeface="Arial"/>
              <a:cs typeface="Arial"/>
              <a:sym typeface="Arial"/>
            </a:endParaRPr>
          </a:p>
          <a:p>
            <a:pPr marL="0" marR="0" lvl="0" indent="0" algn="l" rtl="0">
              <a:lnSpc>
                <a:spcPct val="115000"/>
              </a:lnSpc>
              <a:spcBef>
                <a:spcPts val="0"/>
              </a:spcBef>
              <a:spcAft>
                <a:spcPts val="0"/>
              </a:spcAft>
              <a:buClr>
                <a:schemeClr val="dk1"/>
              </a:buClr>
              <a:buSzPts val="1100"/>
              <a:buFont typeface="Arial"/>
              <a:buNone/>
            </a:pPr>
            <a:endParaRPr sz="2800" b="0" i="0" u="none" strike="noStrike" cap="none">
              <a:solidFill>
                <a:srgbClr val="000000"/>
              </a:solidFill>
              <a:latin typeface="Arial"/>
              <a:ea typeface="Arial"/>
              <a:cs typeface="Arial"/>
              <a:sym typeface="Arial"/>
            </a:endParaRPr>
          </a:p>
          <a:p>
            <a:pPr marL="0" marR="0" lvl="0" indent="0" algn="l" rtl="0">
              <a:lnSpc>
                <a:spcPct val="115000"/>
              </a:lnSpc>
              <a:spcBef>
                <a:spcPts val="0"/>
              </a:spcBef>
              <a:spcAft>
                <a:spcPts val="0"/>
              </a:spcAft>
              <a:buClr>
                <a:srgbClr val="000000"/>
              </a:buClr>
              <a:buSzPts val="2100"/>
              <a:buFont typeface="Arial"/>
              <a:buNone/>
            </a:pPr>
            <a:r>
              <a:rPr lang="en-US" sz="2100" b="0" i="0" u="none" strike="noStrike" cap="none">
                <a:solidFill>
                  <a:srgbClr val="1F1F1F"/>
                </a:solidFill>
                <a:highlight>
                  <a:schemeClr val="lt1"/>
                </a:highlight>
                <a:latin typeface="Times New Roman"/>
                <a:ea typeface="Times New Roman"/>
                <a:cs typeface="Times New Roman"/>
                <a:sym typeface="Times New Roman"/>
              </a:rPr>
              <a:t>1. Souibgui, M. A. and Kessentini, Y., “DE-GAN: A Conditional Generative Adversarial Network for Document Enhancement”, &lt;i&gt;arXiv e-prints&lt;/i&gt;, 2020. doi:10.48550/arXiv.2010.08764.9</a:t>
            </a:r>
            <a:endParaRPr sz="2100" b="0" i="0" u="none" strike="noStrike" cap="none">
              <a:solidFill>
                <a:srgbClr val="181818"/>
              </a:solidFill>
              <a:latin typeface="Times New Roman"/>
              <a:ea typeface="Times New Roman"/>
              <a:cs typeface="Times New Roman"/>
              <a:sym typeface="Times New Roman"/>
            </a:endParaRPr>
          </a:p>
          <a:p>
            <a:pPr marL="0" marR="0" lvl="0" indent="0" algn="l" rtl="0">
              <a:lnSpc>
                <a:spcPct val="115000"/>
              </a:lnSpc>
              <a:spcBef>
                <a:spcPts val="0"/>
              </a:spcBef>
              <a:spcAft>
                <a:spcPts val="0"/>
              </a:spcAft>
              <a:buClr>
                <a:schemeClr val="dk1"/>
              </a:buClr>
              <a:buSzPts val="1100"/>
              <a:buFont typeface="Arial"/>
              <a:buNone/>
            </a:pPr>
            <a:endParaRPr sz="2100" b="0" i="0" u="none" strike="noStrike" cap="none">
              <a:solidFill>
                <a:srgbClr val="181818"/>
              </a:solidFill>
              <a:latin typeface="Times New Roman"/>
              <a:ea typeface="Times New Roman"/>
              <a:cs typeface="Times New Roman"/>
              <a:sym typeface="Times New Roman"/>
            </a:endParaRPr>
          </a:p>
          <a:p>
            <a:pPr marL="0" marR="0" lvl="0" indent="0" algn="l" rtl="0">
              <a:lnSpc>
                <a:spcPct val="115000"/>
              </a:lnSpc>
              <a:spcBef>
                <a:spcPts val="0"/>
              </a:spcBef>
              <a:spcAft>
                <a:spcPts val="0"/>
              </a:spcAft>
              <a:buClr>
                <a:schemeClr val="dk1"/>
              </a:buClr>
              <a:buSzPts val="1100"/>
              <a:buFont typeface="Arial"/>
              <a:buNone/>
            </a:pPr>
            <a:r>
              <a:rPr lang="en-US" sz="2100" b="0" i="0" u="none" strike="noStrike" cap="none">
                <a:solidFill>
                  <a:srgbClr val="181818"/>
                </a:solidFill>
                <a:latin typeface="Times New Roman"/>
                <a:ea typeface="Times New Roman"/>
                <a:cs typeface="Times New Roman"/>
                <a:sym typeface="Times New Roman"/>
              </a:rPr>
              <a:t>2. </a:t>
            </a:r>
            <a:r>
              <a:rPr lang="en-US" sz="2100" b="0" i="0" u="none" strike="noStrike" cap="none">
                <a:solidFill>
                  <a:srgbClr val="222222"/>
                </a:solidFill>
                <a:highlight>
                  <a:srgbClr val="FFFFFF"/>
                </a:highlight>
                <a:latin typeface="Times New Roman"/>
                <a:ea typeface="Times New Roman"/>
                <a:cs typeface="Times New Roman"/>
                <a:sym typeface="Times New Roman"/>
              </a:rPr>
              <a:t>Y. Baek, B. Lee, D. Han, S. Yun and H. Lee, "Character Region Awareness for Text Detection," 2019 IEEE/CVF Conference on Computer Vision and Pattern Recognition (CVPR), Long Beach, CA, USA, 2019, pp. 9357-9366, doi: 10.1109/CVPR.2019.00959.</a:t>
            </a:r>
            <a:endParaRPr sz="2100" b="0" i="0" u="none" strike="noStrike" cap="none">
              <a:solidFill>
                <a:srgbClr val="222222"/>
              </a:solidFill>
              <a:highlight>
                <a:srgbClr val="FFFFFF"/>
              </a:highlight>
              <a:latin typeface="Times New Roman"/>
              <a:ea typeface="Times New Roman"/>
              <a:cs typeface="Times New Roman"/>
              <a:sym typeface="Times New Roman"/>
            </a:endParaRPr>
          </a:p>
          <a:p>
            <a:pPr marL="0" marR="0" lvl="0" indent="0" algn="l" rtl="0">
              <a:lnSpc>
                <a:spcPct val="115000"/>
              </a:lnSpc>
              <a:spcBef>
                <a:spcPts val="0"/>
              </a:spcBef>
              <a:spcAft>
                <a:spcPts val="0"/>
              </a:spcAft>
              <a:buClr>
                <a:schemeClr val="dk1"/>
              </a:buClr>
              <a:buSzPts val="1100"/>
              <a:buFont typeface="Arial"/>
              <a:buNone/>
            </a:pPr>
            <a:endParaRPr sz="2100" b="0" i="0" u="none" strike="noStrike" cap="none">
              <a:solidFill>
                <a:srgbClr val="222222"/>
              </a:solidFill>
              <a:highlight>
                <a:srgbClr val="FFFFFF"/>
              </a:highlight>
              <a:latin typeface="Times New Roman"/>
              <a:ea typeface="Times New Roman"/>
              <a:cs typeface="Times New Roman"/>
              <a:sym typeface="Times New Roman"/>
            </a:endParaRPr>
          </a:p>
          <a:p>
            <a:pPr marL="0" marR="0" lvl="0" indent="0" algn="l" rtl="0">
              <a:lnSpc>
                <a:spcPct val="115000"/>
              </a:lnSpc>
              <a:spcBef>
                <a:spcPts val="0"/>
              </a:spcBef>
              <a:spcAft>
                <a:spcPts val="0"/>
              </a:spcAft>
              <a:buClr>
                <a:schemeClr val="dk1"/>
              </a:buClr>
              <a:buSzPts val="1100"/>
              <a:buFont typeface="Arial"/>
              <a:buNone/>
            </a:pPr>
            <a:r>
              <a:rPr lang="en-US" sz="2100" b="0" i="0" u="none" strike="noStrike" cap="none">
                <a:solidFill>
                  <a:srgbClr val="222222"/>
                </a:solidFill>
                <a:highlight>
                  <a:srgbClr val="FFFFFF"/>
                </a:highlight>
                <a:latin typeface="Times New Roman"/>
                <a:ea typeface="Times New Roman"/>
                <a:cs typeface="Times New Roman"/>
                <a:sym typeface="Times New Roman"/>
              </a:rPr>
              <a:t>3. </a:t>
            </a:r>
            <a:r>
              <a:rPr lang="en-US" sz="2100" b="0" i="0" u="none" strike="noStrike" cap="none">
                <a:solidFill>
                  <a:schemeClr val="dk1"/>
                </a:solidFill>
                <a:latin typeface="Times New Roman"/>
                <a:ea typeface="Times New Roman"/>
                <a:cs typeface="Times New Roman"/>
                <a:sym typeface="Times New Roman"/>
              </a:rPr>
              <a:t>Base paper : Mondal, Ajoy &amp; Tulsyan, Krishna &amp; Jawahar, C.. (2022). Automatic Annotation of Handwritten Documents in Word Level. 10.1145/3571600.3571645.</a:t>
            </a:r>
            <a:endParaRPr sz="2100" b="0" i="0" u="none" strike="noStrike" cap="none">
              <a:solidFill>
                <a:srgbClr val="222222"/>
              </a:solidFill>
              <a:highlight>
                <a:srgbClr val="FFFFFF"/>
              </a:highlight>
              <a:latin typeface="Times New Roman"/>
              <a:ea typeface="Times New Roman"/>
              <a:cs typeface="Times New Roman"/>
              <a:sym typeface="Times New Roman"/>
            </a:endParaRPr>
          </a:p>
          <a:p>
            <a:pPr marL="0" marR="0" lvl="0" indent="0" algn="l" rtl="0">
              <a:lnSpc>
                <a:spcPct val="115000"/>
              </a:lnSpc>
              <a:spcBef>
                <a:spcPts val="0"/>
              </a:spcBef>
              <a:spcAft>
                <a:spcPts val="0"/>
              </a:spcAft>
              <a:buClr>
                <a:schemeClr val="dk1"/>
              </a:buClr>
              <a:buSzPts val="1100"/>
              <a:buFont typeface="Arial"/>
              <a:buNone/>
            </a:pPr>
            <a:endParaRPr sz="2100" b="0" i="0" u="none" strike="noStrike" cap="none">
              <a:solidFill>
                <a:srgbClr val="222222"/>
              </a:solidFill>
              <a:highlight>
                <a:srgbClr val="FFFFFF"/>
              </a:highlight>
              <a:latin typeface="Times New Roman"/>
              <a:ea typeface="Times New Roman"/>
              <a:cs typeface="Times New Roman"/>
              <a:sym typeface="Times New Roman"/>
            </a:endParaRPr>
          </a:p>
          <a:p>
            <a:pPr marL="0" marR="0" lvl="0" indent="0" algn="l" rtl="0">
              <a:lnSpc>
                <a:spcPct val="115000"/>
              </a:lnSpc>
              <a:spcBef>
                <a:spcPts val="0"/>
              </a:spcBef>
              <a:spcAft>
                <a:spcPts val="0"/>
              </a:spcAft>
              <a:buClr>
                <a:schemeClr val="dk1"/>
              </a:buClr>
              <a:buSzPts val="1100"/>
              <a:buFont typeface="Arial"/>
              <a:buNone/>
            </a:pPr>
            <a:endParaRPr sz="2100" b="0" i="0" u="none" strike="noStrike" cap="none">
              <a:solidFill>
                <a:srgbClr val="222222"/>
              </a:solidFill>
              <a:highlight>
                <a:srgbClr val="FFFFFF"/>
              </a:highlight>
              <a:latin typeface="Times New Roman"/>
              <a:ea typeface="Times New Roman"/>
              <a:cs typeface="Times New Roman"/>
              <a:sym typeface="Times New Roman"/>
            </a:endParaRPr>
          </a:p>
          <a:p>
            <a:pPr marL="0" marR="0" lvl="0" indent="0" algn="l" rtl="0">
              <a:lnSpc>
                <a:spcPct val="115000"/>
              </a:lnSpc>
              <a:spcBef>
                <a:spcPts val="0"/>
              </a:spcBef>
              <a:spcAft>
                <a:spcPts val="0"/>
              </a:spcAft>
              <a:buClr>
                <a:schemeClr val="dk1"/>
              </a:buClr>
              <a:buSzPts val="1100"/>
              <a:buFont typeface="Arial"/>
              <a:buNone/>
            </a:pPr>
            <a:endParaRPr sz="2100" b="0" i="0" u="none" strike="noStrike" cap="none">
              <a:solidFill>
                <a:srgbClr val="222222"/>
              </a:solidFill>
              <a:highlight>
                <a:srgbClr val="FFFFFF"/>
              </a:highlight>
              <a:latin typeface="Times New Roman"/>
              <a:ea typeface="Times New Roman"/>
              <a:cs typeface="Times New Roman"/>
              <a:sym typeface="Times New Roman"/>
            </a:endParaRPr>
          </a:p>
          <a:p>
            <a:pPr marL="0" marR="0" lvl="0" indent="0" algn="l" rtl="0">
              <a:lnSpc>
                <a:spcPct val="115000"/>
              </a:lnSpc>
              <a:spcBef>
                <a:spcPts val="0"/>
              </a:spcBef>
              <a:spcAft>
                <a:spcPts val="0"/>
              </a:spcAft>
              <a:buClr>
                <a:schemeClr val="dk1"/>
              </a:buClr>
              <a:buSzPts val="1100"/>
              <a:buFont typeface="Arial"/>
              <a:buNone/>
            </a:pPr>
            <a:endParaRPr sz="2000" b="0" i="0" u="none" strike="noStrike" cap="none">
              <a:solidFill>
                <a:srgbClr val="222222"/>
              </a:solidFill>
              <a:highlight>
                <a:srgbClr val="FFFFFF"/>
              </a:highlight>
              <a:latin typeface="Times New Roman"/>
              <a:ea typeface="Times New Roman"/>
              <a:cs typeface="Times New Roman"/>
              <a:sym typeface="Times New Roman"/>
            </a:endParaRPr>
          </a:p>
          <a:p>
            <a:pPr marL="0" marR="0" lvl="0" indent="0" algn="l" rtl="0">
              <a:lnSpc>
                <a:spcPct val="115000"/>
              </a:lnSpc>
              <a:spcBef>
                <a:spcPts val="0"/>
              </a:spcBef>
              <a:spcAft>
                <a:spcPts val="0"/>
              </a:spcAft>
              <a:buClr>
                <a:schemeClr val="dk1"/>
              </a:buClr>
              <a:buSzPts val="1100"/>
              <a:buFont typeface="Arial"/>
              <a:buNone/>
            </a:pPr>
            <a:endParaRPr sz="2000" b="0" i="0" u="none" strike="noStrike" cap="none">
              <a:solidFill>
                <a:srgbClr val="222222"/>
              </a:solidFill>
              <a:highlight>
                <a:srgbClr val="FFFFFF"/>
              </a:highlight>
              <a:latin typeface="Times New Roman"/>
              <a:ea typeface="Times New Roman"/>
              <a:cs typeface="Times New Roman"/>
              <a:sym typeface="Times New Roman"/>
            </a:endParaRPr>
          </a:p>
          <a:p>
            <a:pPr marL="0" marR="0" lvl="0" indent="0" algn="l" rtl="0">
              <a:lnSpc>
                <a:spcPct val="115000"/>
              </a:lnSpc>
              <a:spcBef>
                <a:spcPts val="0"/>
              </a:spcBef>
              <a:spcAft>
                <a:spcPts val="0"/>
              </a:spcAft>
              <a:buClr>
                <a:schemeClr val="dk1"/>
              </a:buClr>
              <a:buSzPts val="1100"/>
              <a:buFont typeface="Arial"/>
              <a:buNone/>
            </a:pPr>
            <a:r>
              <a:rPr lang="en-US" sz="1900" b="0" i="0" u="none" strike="noStrike" cap="none">
                <a:solidFill>
                  <a:srgbClr val="222222"/>
                </a:solidFill>
                <a:highlight>
                  <a:srgbClr val="FFFFFF"/>
                </a:highlight>
                <a:latin typeface="Times New Roman"/>
                <a:ea typeface="Times New Roman"/>
                <a:cs typeface="Times New Roman"/>
                <a:sym typeface="Times New Roman"/>
              </a:rPr>
              <a:t> </a:t>
            </a:r>
            <a:endParaRPr sz="1900" b="0" i="0" u="none" strike="noStrike" cap="none">
              <a:solidFill>
                <a:srgbClr val="222222"/>
              </a:solidFill>
              <a:highlight>
                <a:srgbClr val="FFFFFF"/>
              </a:highlight>
              <a:latin typeface="Times New Roman"/>
              <a:ea typeface="Times New Roman"/>
              <a:cs typeface="Times New Roman"/>
              <a:sym typeface="Times New Roman"/>
            </a:endParaRPr>
          </a:p>
          <a:p>
            <a:pPr marL="0" marR="0" lvl="0" indent="0" algn="l" rtl="0">
              <a:lnSpc>
                <a:spcPct val="115000"/>
              </a:lnSpc>
              <a:spcBef>
                <a:spcPts val="0"/>
              </a:spcBef>
              <a:spcAft>
                <a:spcPts val="0"/>
              </a:spcAft>
              <a:buClr>
                <a:schemeClr val="dk1"/>
              </a:buClr>
              <a:buSzPts val="1100"/>
              <a:buFont typeface="Arial"/>
              <a:buNone/>
            </a:pPr>
            <a:endParaRPr sz="1100" b="0" i="0" u="none" strike="noStrike" cap="none">
              <a:solidFill>
                <a:srgbClr val="181818"/>
              </a:solidFill>
              <a:latin typeface="Arial"/>
              <a:ea typeface="Arial"/>
              <a:cs typeface="Arial"/>
              <a:sym typeface="Arial"/>
            </a:endParaRPr>
          </a:p>
          <a:p>
            <a:pPr marL="0" marR="0" lvl="0" indent="0" algn="l" rtl="0">
              <a:lnSpc>
                <a:spcPct val="115000"/>
              </a:lnSpc>
              <a:spcBef>
                <a:spcPts val="0"/>
              </a:spcBef>
              <a:spcAft>
                <a:spcPts val="0"/>
              </a:spcAft>
              <a:buClr>
                <a:schemeClr val="dk1"/>
              </a:buClr>
              <a:buSzPts val="1100"/>
              <a:buFont typeface="Arial"/>
              <a:buNone/>
            </a:pPr>
            <a:endParaRPr sz="2000" b="0" i="0" u="none" strike="noStrike" cap="none">
              <a:solidFill>
                <a:schemeClr val="dk1"/>
              </a:solidFill>
              <a:latin typeface="Arial"/>
              <a:ea typeface="Arial"/>
              <a:cs typeface="Arial"/>
              <a:sym typeface="Arial"/>
            </a:endParaRPr>
          </a:p>
          <a:p>
            <a:pPr marL="0" marR="0" lvl="0" indent="0" algn="l" rtl="0">
              <a:lnSpc>
                <a:spcPct val="115000"/>
              </a:lnSpc>
              <a:spcBef>
                <a:spcPts val="0"/>
              </a:spcBef>
              <a:spcAft>
                <a:spcPts val="0"/>
              </a:spcAft>
              <a:buClr>
                <a:schemeClr val="dk1"/>
              </a:buClr>
              <a:buSzPts val="1100"/>
              <a:buFont typeface="Arial"/>
              <a:buNone/>
            </a:pPr>
            <a:endParaRPr sz="2000" b="0" i="0" u="none" strike="noStrike" cap="none">
              <a:solidFill>
                <a:schemeClr val="dk1"/>
              </a:solidFill>
              <a:latin typeface="Times New Roman"/>
              <a:ea typeface="Times New Roman"/>
              <a:cs typeface="Times New Roman"/>
              <a:sym typeface="Times New Roman"/>
            </a:endParaRPr>
          </a:p>
          <a:p>
            <a:pPr marL="0" marR="0" lvl="0" indent="0" algn="l" rtl="0">
              <a:lnSpc>
                <a:spcPct val="115000"/>
              </a:lnSpc>
              <a:spcBef>
                <a:spcPts val="0"/>
              </a:spcBef>
              <a:spcAft>
                <a:spcPts val="0"/>
              </a:spcAft>
              <a:buClr>
                <a:schemeClr val="dk1"/>
              </a:buClr>
              <a:buSzPts val="1100"/>
              <a:buFont typeface="Arial"/>
              <a:buNone/>
            </a:pPr>
            <a:endParaRPr sz="2000" b="0" i="0" u="none" strike="noStrike" cap="none">
              <a:solidFill>
                <a:schemeClr val="dk1"/>
              </a:solidFill>
              <a:latin typeface="Arial"/>
              <a:ea typeface="Arial"/>
              <a:cs typeface="Arial"/>
              <a:sym typeface="Arial"/>
            </a:endParaRPr>
          </a:p>
          <a:p>
            <a:pPr marL="0" marR="0" lvl="0" indent="0" algn="l" rtl="0">
              <a:lnSpc>
                <a:spcPct val="115000"/>
              </a:lnSpc>
              <a:spcBef>
                <a:spcPts val="0"/>
              </a:spcBef>
              <a:spcAft>
                <a:spcPts val="0"/>
              </a:spcAft>
              <a:buClr>
                <a:schemeClr val="dk1"/>
              </a:buClr>
              <a:buSzPts val="1100"/>
              <a:buFont typeface="Arial"/>
              <a:buNone/>
            </a:pPr>
            <a:endParaRPr sz="18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2400"/>
              <a:buFont typeface="Arial"/>
              <a:buNone/>
            </a:pPr>
            <a:endParaRPr sz="1800" b="0" i="0" u="none" strike="noStrike" cap="none">
              <a:solidFill>
                <a:schemeClr val="dk1"/>
              </a:solidFill>
              <a:latin typeface="Arial"/>
              <a:ea typeface="Arial"/>
              <a:cs typeface="Arial"/>
              <a:sym typeface="Arial"/>
            </a:endParaRPr>
          </a:p>
          <a:p>
            <a:pPr marL="0" marR="0" lvl="0" indent="0" algn="l" rtl="0">
              <a:lnSpc>
                <a:spcPct val="115000"/>
              </a:lnSpc>
              <a:spcBef>
                <a:spcPts val="0"/>
              </a:spcBef>
              <a:spcAft>
                <a:spcPts val="0"/>
              </a:spcAft>
              <a:buClr>
                <a:schemeClr val="dk1"/>
              </a:buClr>
              <a:buSzPts val="1100"/>
              <a:buFont typeface="Arial"/>
              <a:buNone/>
            </a:pPr>
            <a:r>
              <a:rPr lang="en-US" sz="2000" b="0" i="0" u="none" strike="noStrike" cap="none">
                <a:solidFill>
                  <a:schemeClr val="dk1"/>
                </a:solidFill>
                <a:latin typeface="Arial"/>
                <a:ea typeface="Arial"/>
                <a:cs typeface="Arial"/>
                <a:sym typeface="Arial"/>
              </a:rPr>
              <a:t>	</a:t>
            </a:r>
            <a:endParaRPr sz="20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18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0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0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000" b="0" i="0" u="none" strike="noStrike" cap="none">
              <a:solidFill>
                <a:srgbClr val="000000"/>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1400"/>
              <a:buFont typeface="Times New Roman"/>
              <a:buNone/>
            </a:pPr>
            <a:endParaRPr sz="1400" b="0" i="0" u="none" strike="noStrike" cap="none">
              <a:solidFill>
                <a:srgbClr val="000000"/>
              </a:solidFill>
              <a:latin typeface="Arial"/>
              <a:ea typeface="Arial"/>
              <a:cs typeface="Arial"/>
              <a:sym typeface="Arial"/>
            </a:endParaRPr>
          </a:p>
        </p:txBody>
      </p:sp>
      <p:sp>
        <p:nvSpPr>
          <p:cNvPr id="231" name="Google Shape;231;g29ce8367354_2_40"/>
          <p:cNvSpPr txBox="1">
            <a:spLocks noGrp="1"/>
          </p:cNvSpPr>
          <p:nvPr>
            <p:ph type="sldNum" idx="12"/>
          </p:nvPr>
        </p:nvSpPr>
        <p:spPr>
          <a:xfrm>
            <a:off x="11095216" y="6414769"/>
            <a:ext cx="258600" cy="276900"/>
          </a:xfrm>
          <a:prstGeom prst="rect">
            <a:avLst/>
          </a:prstGeom>
          <a:noFill/>
          <a:ln>
            <a:noFill/>
          </a:ln>
        </p:spPr>
        <p:txBody>
          <a:bodyPr spcFirstLastPara="1" wrap="square" lIns="45675" tIns="45675" rIns="45675" bIns="45675" anchor="ctr" anchorCtr="0">
            <a:spAutoFit/>
          </a:bodyPr>
          <a:lstStyle/>
          <a:p>
            <a:pPr marL="0" lvl="0" indent="0" algn="r" rtl="0">
              <a:lnSpc>
                <a:spcPct val="100000"/>
              </a:lnSpc>
              <a:spcBef>
                <a:spcPts val="0"/>
              </a:spcBef>
              <a:spcAft>
                <a:spcPts val="0"/>
              </a:spcAft>
              <a:buClr>
                <a:srgbClr val="888888"/>
              </a:buClr>
              <a:buSzPts val="1200"/>
              <a:buFont typeface="Calibri"/>
              <a:buNone/>
            </a:pPr>
            <a:fld id="{00000000-1234-1234-1234-123412341234}" type="slidenum">
              <a:rPr lang="en-US" sz="1200">
                <a:solidFill>
                  <a:srgbClr val="888888"/>
                </a:solidFill>
                <a:latin typeface="Calibri"/>
                <a:ea typeface="Calibri"/>
                <a:cs typeface="Calibri"/>
                <a:sym typeface="Calibri"/>
              </a:rPr>
              <a:t>17</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sp>
        <p:nvSpPr>
          <p:cNvPr id="236" name="Google Shape;236;g2b43d7599d0_4_0"/>
          <p:cNvSpPr txBox="1"/>
          <p:nvPr/>
        </p:nvSpPr>
        <p:spPr>
          <a:xfrm>
            <a:off x="233674" y="2349949"/>
            <a:ext cx="11399400" cy="708000"/>
          </a:xfrm>
          <a:prstGeom prst="rect">
            <a:avLst/>
          </a:prstGeom>
          <a:noFill/>
          <a:ln>
            <a:noFill/>
          </a:ln>
        </p:spPr>
        <p:txBody>
          <a:bodyPr spcFirstLastPara="1" wrap="square" lIns="45675" tIns="45675" rIns="45675" bIns="45675" anchor="t" anchorCtr="0">
            <a:spAutoFit/>
          </a:bodyPr>
          <a:lstStyle/>
          <a:p>
            <a:pPr marL="0" marR="0" lvl="0" indent="0" algn="just" rtl="0">
              <a:lnSpc>
                <a:spcPct val="100000"/>
              </a:lnSpc>
              <a:spcBef>
                <a:spcPts val="0"/>
              </a:spcBef>
              <a:spcAft>
                <a:spcPts val="0"/>
              </a:spcAft>
              <a:buClr>
                <a:srgbClr val="000000"/>
              </a:buClr>
              <a:buSzPts val="2000"/>
              <a:buFont typeface="Times New Roman"/>
              <a:buNone/>
            </a:pPr>
            <a:endParaRPr sz="2000" b="0" i="0" u="none" strike="noStrike" cap="none">
              <a:solidFill>
                <a:srgbClr val="000000"/>
              </a:solidFill>
              <a:latin typeface="Times New Roman"/>
              <a:ea typeface="Times New Roman"/>
              <a:cs typeface="Times New Roman"/>
              <a:sym typeface="Times New Roman"/>
            </a:endParaRPr>
          </a:p>
          <a:p>
            <a:pPr marL="457200" marR="0" lvl="0" indent="-330200" algn="just" rtl="0">
              <a:lnSpc>
                <a:spcPct val="100000"/>
              </a:lnSpc>
              <a:spcBef>
                <a:spcPts val="0"/>
              </a:spcBef>
              <a:spcAft>
                <a:spcPts val="0"/>
              </a:spcAft>
              <a:buClr>
                <a:srgbClr val="000000"/>
              </a:buClr>
              <a:buSzPts val="2000"/>
              <a:buFont typeface="Times New Roman"/>
              <a:buNone/>
            </a:pPr>
            <a:endParaRPr sz="2000" b="0" i="0" u="none" strike="noStrike" cap="none">
              <a:solidFill>
                <a:srgbClr val="000000"/>
              </a:solidFill>
              <a:latin typeface="Times New Roman"/>
              <a:ea typeface="Times New Roman"/>
              <a:cs typeface="Times New Roman"/>
              <a:sym typeface="Times New Roman"/>
            </a:endParaRPr>
          </a:p>
        </p:txBody>
      </p:sp>
      <p:pic>
        <p:nvPicPr>
          <p:cNvPr id="237" name="Google Shape;237;g2b43d7599d0_4_0" descr="Google Shape;260;p17"/>
          <p:cNvPicPr preferRelativeResize="0"/>
          <p:nvPr/>
        </p:nvPicPr>
        <p:blipFill rotWithShape="1">
          <a:blip r:embed="rId3">
            <a:alphaModFix/>
          </a:blip>
          <a:srcRect/>
          <a:stretch/>
        </p:blipFill>
        <p:spPr>
          <a:xfrm>
            <a:off x="112598" y="369118"/>
            <a:ext cx="1219201" cy="1144589"/>
          </a:xfrm>
          <a:prstGeom prst="rect">
            <a:avLst/>
          </a:prstGeom>
          <a:noFill/>
          <a:ln>
            <a:noFill/>
          </a:ln>
        </p:spPr>
      </p:pic>
      <p:sp>
        <p:nvSpPr>
          <p:cNvPr id="238" name="Google Shape;238;g2b43d7599d0_4_0"/>
          <p:cNvSpPr txBox="1"/>
          <p:nvPr/>
        </p:nvSpPr>
        <p:spPr>
          <a:xfrm>
            <a:off x="1402061" y="571997"/>
            <a:ext cx="10659000" cy="1108200"/>
          </a:xfrm>
          <a:prstGeom prst="rect">
            <a:avLst/>
          </a:prstGeom>
          <a:noFill/>
          <a:ln>
            <a:noFill/>
          </a:ln>
        </p:spPr>
        <p:txBody>
          <a:bodyPr spcFirstLastPara="1" wrap="square" lIns="45675" tIns="45675" rIns="45675" bIns="45675" anchor="t" anchorCtr="0">
            <a:spAutoFit/>
          </a:bodyPr>
          <a:lstStyle/>
          <a:p>
            <a:pPr marL="0" marR="0" lvl="0" indent="0" algn="ctr" rtl="0">
              <a:lnSpc>
                <a:spcPct val="100000"/>
              </a:lnSpc>
              <a:spcBef>
                <a:spcPts val="0"/>
              </a:spcBef>
              <a:spcAft>
                <a:spcPts val="0"/>
              </a:spcAft>
              <a:buClr>
                <a:srgbClr val="000000"/>
              </a:buClr>
              <a:buSzPts val="2200"/>
              <a:buFont typeface="Arial Rounded"/>
              <a:buNone/>
            </a:pPr>
            <a:r>
              <a:rPr lang="en-US" sz="2200" b="1" i="0" u="none" strike="noStrike" cap="none" dirty="0">
                <a:solidFill>
                  <a:srgbClr val="000000"/>
                </a:solidFill>
                <a:latin typeface="Arial Rounded"/>
                <a:ea typeface="Arial Rounded"/>
                <a:cs typeface="Arial Rounded"/>
                <a:sym typeface="Arial Rounded"/>
              </a:rPr>
              <a:t>GOKARAJU RANGARAJU INSTITUTE OF ENGINEERING AND TECHNOLOGY</a:t>
            </a:r>
            <a:endParaRPr sz="1400" b="0"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Rounded"/>
              <a:buNone/>
            </a:pPr>
            <a:r>
              <a:rPr lang="en-US" sz="2200" b="1" i="0" u="none" strike="noStrike" cap="none" dirty="0">
                <a:solidFill>
                  <a:srgbClr val="000000"/>
                </a:solidFill>
                <a:latin typeface="Arial Rounded"/>
                <a:ea typeface="Arial Rounded"/>
                <a:cs typeface="Arial Rounded"/>
                <a:sym typeface="Arial Rounded"/>
              </a:rPr>
              <a:t>Department of Computer Science and Engineering</a:t>
            </a:r>
            <a:endParaRPr sz="2200" b="1" i="0" u="none" strike="noStrike" cap="none" dirty="0">
              <a:solidFill>
                <a:srgbClr val="000000"/>
              </a:solidFill>
              <a:latin typeface="Arial Rounded"/>
              <a:ea typeface="Arial Rounded"/>
              <a:cs typeface="Arial Rounded"/>
              <a:sym typeface="Arial Rounded"/>
            </a:endParaRPr>
          </a:p>
          <a:p>
            <a:pPr marL="0" marR="0" lvl="0" indent="0" algn="l" rtl="0">
              <a:lnSpc>
                <a:spcPct val="100000"/>
              </a:lnSpc>
              <a:spcBef>
                <a:spcPts val="0"/>
              </a:spcBef>
              <a:spcAft>
                <a:spcPts val="0"/>
              </a:spcAft>
              <a:buClr>
                <a:schemeClr val="dk1"/>
              </a:buClr>
              <a:buSzPts val="2200"/>
              <a:buFont typeface="Arial Rounded"/>
              <a:buNone/>
            </a:pPr>
            <a:r>
              <a:rPr lang="en-US" sz="1400" b="0" i="0" u="none" strike="noStrike" cap="none" dirty="0">
                <a:solidFill>
                  <a:schemeClr val="dk1"/>
                </a:solidFill>
                <a:latin typeface="Arial"/>
                <a:ea typeface="Arial"/>
                <a:cs typeface="Arial"/>
                <a:sym typeface="Arial"/>
              </a:rPr>
              <a:t>                                                               </a:t>
            </a:r>
            <a:r>
              <a:rPr lang="en-US" sz="2200" b="1" i="0" u="none" strike="noStrike" cap="none" dirty="0">
                <a:solidFill>
                  <a:schemeClr val="dk1"/>
                </a:solidFill>
                <a:latin typeface="Arial Rounded"/>
                <a:ea typeface="Arial Rounded"/>
                <a:cs typeface="Arial Rounded"/>
                <a:sym typeface="Arial Rounded"/>
              </a:rPr>
              <a:t>MAJOR Project Phase-II Review-</a:t>
            </a:r>
            <a:r>
              <a:rPr lang="en-US" sz="2200" b="1" dirty="0">
                <a:solidFill>
                  <a:schemeClr val="dk1"/>
                </a:solidFill>
                <a:latin typeface="Arial Rounded"/>
                <a:ea typeface="Arial Rounded"/>
                <a:cs typeface="Arial Rounded"/>
                <a:sym typeface="Arial Rounded"/>
              </a:rPr>
              <a:t>2</a:t>
            </a:r>
            <a:endParaRPr sz="2200" b="1" i="0" u="none" strike="noStrike" cap="none" dirty="0">
              <a:solidFill>
                <a:srgbClr val="000000"/>
              </a:solidFill>
              <a:latin typeface="Arial Rounded"/>
              <a:ea typeface="Arial Rounded"/>
              <a:cs typeface="Arial Rounded"/>
              <a:sym typeface="Arial Rounded"/>
            </a:endParaRPr>
          </a:p>
        </p:txBody>
      </p:sp>
      <p:sp>
        <p:nvSpPr>
          <p:cNvPr id="239" name="Google Shape;239;g2b43d7599d0_4_0"/>
          <p:cNvSpPr txBox="1"/>
          <p:nvPr/>
        </p:nvSpPr>
        <p:spPr>
          <a:xfrm>
            <a:off x="182860" y="1210424"/>
            <a:ext cx="11826300" cy="11498100"/>
          </a:xfrm>
          <a:prstGeom prst="rect">
            <a:avLst/>
          </a:prstGeom>
          <a:noFill/>
          <a:ln>
            <a:noFill/>
          </a:ln>
        </p:spPr>
        <p:txBody>
          <a:bodyPr spcFirstLastPara="1" wrap="square" lIns="45675" tIns="45675" rIns="45675" bIns="45675" anchor="t" anchorCtr="0">
            <a:spAutoFit/>
          </a:bodyPr>
          <a:lstStyle/>
          <a:p>
            <a:pPr marL="0" marR="0" lvl="0" indent="0" algn="l" rtl="0">
              <a:lnSpc>
                <a:spcPct val="100000"/>
              </a:lnSpc>
              <a:spcBef>
                <a:spcPts val="0"/>
              </a:spcBef>
              <a:spcAft>
                <a:spcPts val="0"/>
              </a:spcAft>
              <a:buClr>
                <a:srgbClr val="000000"/>
              </a:buClr>
              <a:buSzPts val="2800"/>
              <a:buFont typeface="Times New Roman"/>
              <a:buNone/>
            </a:pPr>
            <a:endParaRPr sz="2800" b="1" i="0" u="none" strike="noStrike" cap="none">
              <a:solidFill>
                <a:srgbClr val="000000"/>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2800"/>
              <a:buFont typeface="Times New Roman"/>
              <a:buNone/>
            </a:pPr>
            <a:r>
              <a:rPr lang="en-US" sz="2800" b="1" i="0" u="none" strike="noStrike" cap="none">
                <a:solidFill>
                  <a:srgbClr val="000000"/>
                </a:solidFill>
                <a:latin typeface="Times New Roman"/>
                <a:ea typeface="Times New Roman"/>
                <a:cs typeface="Times New Roman"/>
                <a:sym typeface="Times New Roman"/>
              </a:rPr>
              <a:t>References</a:t>
            </a:r>
            <a:r>
              <a:rPr lang="en-US" sz="2800" b="1" i="0" u="none" strike="noStrike" cap="none">
                <a:solidFill>
                  <a:srgbClr val="000000"/>
                </a:solidFill>
                <a:latin typeface="Arial"/>
                <a:ea typeface="Arial"/>
                <a:cs typeface="Arial"/>
                <a:sym typeface="Arial"/>
              </a:rPr>
              <a:t>:</a:t>
            </a:r>
            <a:r>
              <a:rPr lang="en-US" sz="2800" b="0" i="0" u="none" strike="noStrike" cap="none">
                <a:solidFill>
                  <a:srgbClr val="000000"/>
                </a:solidFill>
                <a:latin typeface="Arial"/>
                <a:ea typeface="Arial"/>
                <a:cs typeface="Arial"/>
                <a:sym typeface="Arial"/>
              </a:rPr>
              <a:t> </a:t>
            </a:r>
            <a:endParaRPr sz="2800" b="0" i="0" u="none" strike="noStrike" cap="none">
              <a:solidFill>
                <a:srgbClr val="000000"/>
              </a:solidFill>
              <a:latin typeface="Arial"/>
              <a:ea typeface="Arial"/>
              <a:cs typeface="Arial"/>
              <a:sym typeface="Arial"/>
            </a:endParaRPr>
          </a:p>
          <a:p>
            <a:pPr marL="0" marR="0" lvl="0" indent="0" algn="l" rtl="0">
              <a:lnSpc>
                <a:spcPct val="115000"/>
              </a:lnSpc>
              <a:spcBef>
                <a:spcPts val="0"/>
              </a:spcBef>
              <a:spcAft>
                <a:spcPts val="0"/>
              </a:spcAft>
              <a:buClr>
                <a:schemeClr val="dk1"/>
              </a:buClr>
              <a:buSzPts val="1100"/>
              <a:buFont typeface="Arial"/>
              <a:buNone/>
            </a:pPr>
            <a:endParaRPr sz="2800" b="0" i="0" u="none" strike="noStrike" cap="none">
              <a:solidFill>
                <a:srgbClr val="000000"/>
              </a:solidFill>
              <a:latin typeface="Arial"/>
              <a:ea typeface="Arial"/>
              <a:cs typeface="Arial"/>
              <a:sym typeface="Arial"/>
            </a:endParaRPr>
          </a:p>
          <a:p>
            <a:pPr marL="0" marR="0" lvl="0" indent="0" algn="l" rtl="0">
              <a:lnSpc>
                <a:spcPct val="115000"/>
              </a:lnSpc>
              <a:spcBef>
                <a:spcPts val="0"/>
              </a:spcBef>
              <a:spcAft>
                <a:spcPts val="0"/>
              </a:spcAft>
              <a:buClr>
                <a:schemeClr val="dk1"/>
              </a:buClr>
              <a:buSzPts val="1100"/>
              <a:buFont typeface="Arial"/>
              <a:buNone/>
            </a:pPr>
            <a:r>
              <a:rPr lang="en-US" sz="2000" b="0" i="0" u="none" strike="noStrike" cap="none">
                <a:solidFill>
                  <a:srgbClr val="1F1F1F"/>
                </a:solidFill>
                <a:highlight>
                  <a:srgbClr val="FFFFFF"/>
                </a:highlight>
                <a:latin typeface="Times New Roman"/>
                <a:ea typeface="Times New Roman"/>
                <a:cs typeface="Times New Roman"/>
                <a:sym typeface="Times New Roman"/>
              </a:rPr>
              <a:t>4.  Marti, U-V., and Horst Bunke. "The IAM-database: an English sentence database for offline handwriting recognition." International Journal on Document Analysis and Recognition 5 (2002): 39-46.</a:t>
            </a:r>
            <a:endParaRPr sz="2000" b="0" i="0" u="none" strike="noStrike" cap="none">
              <a:solidFill>
                <a:srgbClr val="1F1F1F"/>
              </a:solidFill>
              <a:highlight>
                <a:srgbClr val="FFFFFF"/>
              </a:highlight>
              <a:latin typeface="Times New Roman"/>
              <a:ea typeface="Times New Roman"/>
              <a:cs typeface="Times New Roman"/>
              <a:sym typeface="Times New Roman"/>
            </a:endParaRPr>
          </a:p>
          <a:p>
            <a:pPr marL="0" marR="0" lvl="0" indent="0" algn="l" rtl="0">
              <a:lnSpc>
                <a:spcPct val="115000"/>
              </a:lnSpc>
              <a:spcBef>
                <a:spcPts val="0"/>
              </a:spcBef>
              <a:spcAft>
                <a:spcPts val="0"/>
              </a:spcAft>
              <a:buClr>
                <a:schemeClr val="dk1"/>
              </a:buClr>
              <a:buSzPts val="1100"/>
              <a:buFont typeface="Arial"/>
              <a:buNone/>
            </a:pPr>
            <a:endParaRPr sz="2000" b="0" i="0" u="none" strike="noStrike" cap="none">
              <a:solidFill>
                <a:srgbClr val="1F1F1F"/>
              </a:solidFill>
              <a:highlight>
                <a:srgbClr val="FFFFFF"/>
              </a:highlight>
              <a:latin typeface="Times New Roman"/>
              <a:ea typeface="Times New Roman"/>
              <a:cs typeface="Times New Roman"/>
              <a:sym typeface="Times New Roman"/>
            </a:endParaRPr>
          </a:p>
          <a:p>
            <a:pPr marL="0" marR="0" lvl="0" indent="0" algn="l" rtl="0">
              <a:lnSpc>
                <a:spcPct val="115000"/>
              </a:lnSpc>
              <a:spcBef>
                <a:spcPts val="0"/>
              </a:spcBef>
              <a:spcAft>
                <a:spcPts val="0"/>
              </a:spcAft>
              <a:buClr>
                <a:schemeClr val="dk1"/>
              </a:buClr>
              <a:buSzPts val="1100"/>
              <a:buFont typeface="Arial"/>
              <a:buNone/>
            </a:pPr>
            <a:r>
              <a:rPr lang="en-US" sz="2000" b="0" i="0" u="none" strike="noStrike" cap="none">
                <a:solidFill>
                  <a:srgbClr val="181818"/>
                </a:solidFill>
                <a:latin typeface="Times New Roman"/>
                <a:ea typeface="Times New Roman"/>
                <a:cs typeface="Times New Roman"/>
                <a:sym typeface="Times New Roman"/>
              </a:rPr>
              <a:t>5. </a:t>
            </a:r>
            <a:r>
              <a:rPr lang="en-US" sz="2000" b="0" i="0" u="none" strike="noStrike" cap="none">
                <a:solidFill>
                  <a:schemeClr val="dk1"/>
                </a:solidFill>
                <a:latin typeface="Times New Roman"/>
                <a:ea typeface="Times New Roman"/>
                <a:cs typeface="Times New Roman"/>
                <a:sym typeface="Times New Roman"/>
              </a:rPr>
              <a:t>Pippi, Vittorio, Silvia Cascianelli, and Rita Cucchiara. "Handwritten Text Generation from Visual Archetypes." Proceedings of the IEEE/CVF Conference on Computer Vision and Pattern Recognition. 2023.</a:t>
            </a:r>
            <a:endParaRPr sz="2000" b="0" i="0" u="none" strike="noStrike" cap="none">
              <a:solidFill>
                <a:schemeClr val="dk1"/>
              </a:solidFill>
              <a:latin typeface="Times New Roman"/>
              <a:ea typeface="Times New Roman"/>
              <a:cs typeface="Times New Roman"/>
              <a:sym typeface="Times New Roman"/>
            </a:endParaRPr>
          </a:p>
          <a:p>
            <a:pPr marL="0" marR="0" lvl="0" indent="0" algn="l" rtl="0">
              <a:lnSpc>
                <a:spcPct val="115000"/>
              </a:lnSpc>
              <a:spcBef>
                <a:spcPts val="0"/>
              </a:spcBef>
              <a:spcAft>
                <a:spcPts val="0"/>
              </a:spcAft>
              <a:buClr>
                <a:schemeClr val="dk1"/>
              </a:buClr>
              <a:buSzPts val="1100"/>
              <a:buFont typeface="Arial"/>
              <a:buNone/>
            </a:pPr>
            <a:endParaRPr sz="2000" b="0" i="0" u="none" strike="noStrike" cap="none">
              <a:solidFill>
                <a:schemeClr val="dk1"/>
              </a:solidFill>
              <a:latin typeface="Times New Roman"/>
              <a:ea typeface="Times New Roman"/>
              <a:cs typeface="Times New Roman"/>
              <a:sym typeface="Times New Roman"/>
            </a:endParaRPr>
          </a:p>
          <a:p>
            <a:pPr marL="0" marR="0" lvl="0" indent="0" algn="l" rtl="0">
              <a:lnSpc>
                <a:spcPct val="115000"/>
              </a:lnSpc>
              <a:spcBef>
                <a:spcPts val="0"/>
              </a:spcBef>
              <a:spcAft>
                <a:spcPts val="0"/>
              </a:spcAft>
              <a:buClr>
                <a:schemeClr val="dk1"/>
              </a:buClr>
              <a:buSzPts val="1100"/>
              <a:buFont typeface="Arial"/>
              <a:buNone/>
            </a:pPr>
            <a:r>
              <a:rPr lang="en-US" sz="2000" b="0" i="0" u="none" strike="noStrike" cap="none">
                <a:solidFill>
                  <a:schemeClr val="dk1"/>
                </a:solidFill>
                <a:latin typeface="Times New Roman"/>
                <a:ea typeface="Times New Roman"/>
                <a:cs typeface="Times New Roman"/>
                <a:sym typeface="Times New Roman"/>
              </a:rPr>
              <a:t>6</a:t>
            </a:r>
            <a:r>
              <a:rPr lang="en-US" sz="2000" b="0" i="0" u="none" strike="noStrike" cap="none">
                <a:solidFill>
                  <a:srgbClr val="1A1A1A"/>
                </a:solidFill>
                <a:latin typeface="Times New Roman"/>
                <a:ea typeface="Times New Roman"/>
                <a:cs typeface="Times New Roman"/>
                <a:sym typeface="Times New Roman"/>
              </a:rPr>
              <a:t>. Mustafa, W. A., et al."A comprehensive review on document image (DIBCO) database."</a:t>
            </a:r>
            <a:r>
              <a:rPr lang="en-US" sz="2000" b="0" i="1" u="none" strike="noStrike" cap="none">
                <a:solidFill>
                  <a:srgbClr val="1A1A1A"/>
                </a:solidFill>
                <a:latin typeface="Times New Roman"/>
                <a:ea typeface="Times New Roman"/>
                <a:cs typeface="Times New Roman"/>
                <a:sym typeface="Times New Roman"/>
              </a:rPr>
              <a:t>IOP Conference Series: Materials Science and Engineering</a:t>
            </a:r>
            <a:r>
              <a:rPr lang="en-US" sz="2000" b="0" i="0" u="none" strike="noStrike" cap="none">
                <a:solidFill>
                  <a:srgbClr val="1A1A1A"/>
                </a:solidFill>
                <a:latin typeface="Times New Roman"/>
                <a:ea typeface="Times New Roman"/>
                <a:cs typeface="Times New Roman"/>
                <a:sym typeface="Times New Roman"/>
              </a:rPr>
              <a:t> . V ol. 557. No. 1. IOP Publishing, 2019.</a:t>
            </a:r>
            <a:endParaRPr sz="2000" b="0" i="0" u="none" strike="noStrike" cap="none">
              <a:solidFill>
                <a:srgbClr val="1A1A1A"/>
              </a:solidFill>
              <a:latin typeface="Times New Roman"/>
              <a:ea typeface="Times New Roman"/>
              <a:cs typeface="Times New Roman"/>
              <a:sym typeface="Times New Roman"/>
            </a:endParaRPr>
          </a:p>
          <a:p>
            <a:pPr marL="0" marR="0" lvl="0" indent="0" algn="l" rtl="0">
              <a:lnSpc>
                <a:spcPct val="115000"/>
              </a:lnSpc>
              <a:spcBef>
                <a:spcPts val="0"/>
              </a:spcBef>
              <a:spcAft>
                <a:spcPts val="0"/>
              </a:spcAft>
              <a:buClr>
                <a:schemeClr val="dk1"/>
              </a:buClr>
              <a:buSzPts val="1100"/>
              <a:buFont typeface="Arial"/>
              <a:buNone/>
            </a:pPr>
            <a:endParaRPr sz="2000" b="0" i="0" u="none" strike="noStrike" cap="none">
              <a:solidFill>
                <a:srgbClr val="1A1A1A"/>
              </a:solidFill>
              <a:latin typeface="Times New Roman"/>
              <a:ea typeface="Times New Roman"/>
              <a:cs typeface="Times New Roman"/>
              <a:sym typeface="Times New Roman"/>
            </a:endParaRPr>
          </a:p>
          <a:p>
            <a:pPr marL="0" marR="0" lvl="0" indent="0" algn="l" rtl="0">
              <a:lnSpc>
                <a:spcPct val="115000"/>
              </a:lnSpc>
              <a:spcBef>
                <a:spcPts val="0"/>
              </a:spcBef>
              <a:spcAft>
                <a:spcPts val="0"/>
              </a:spcAft>
              <a:buClr>
                <a:schemeClr val="dk1"/>
              </a:buClr>
              <a:buSzPts val="1100"/>
              <a:buFont typeface="Arial"/>
              <a:buNone/>
            </a:pPr>
            <a:r>
              <a:rPr lang="en-US" sz="2000" b="0" i="0" u="none" strike="noStrike" cap="none">
                <a:solidFill>
                  <a:schemeClr val="dk1"/>
                </a:solidFill>
                <a:latin typeface="Times New Roman"/>
                <a:ea typeface="Times New Roman"/>
                <a:cs typeface="Times New Roman"/>
                <a:sym typeface="Times New Roman"/>
              </a:rPr>
              <a:t>7. Zhou, X., “EAST: An Efficient and Accurate Scene Text Detector” , &lt;i&gt;arXiv e-prints&lt;/i&gt;, 2017.doi:10.48550/arXiv.1704.03155</a:t>
            </a:r>
            <a:r>
              <a:rPr lang="en-US" sz="2000" b="0" i="0" u="none" strike="noStrike" cap="none">
                <a:solidFill>
                  <a:srgbClr val="181818"/>
                </a:solidFill>
                <a:latin typeface="Times New Roman"/>
                <a:ea typeface="Times New Roman"/>
                <a:cs typeface="Times New Roman"/>
                <a:sym typeface="Times New Roman"/>
              </a:rPr>
              <a:t> .</a:t>
            </a:r>
            <a:endParaRPr sz="2000" b="0" i="0" u="none" strike="noStrike" cap="none">
              <a:solidFill>
                <a:srgbClr val="181818"/>
              </a:solidFill>
              <a:latin typeface="Times New Roman"/>
              <a:ea typeface="Times New Roman"/>
              <a:cs typeface="Times New Roman"/>
              <a:sym typeface="Times New Roman"/>
            </a:endParaRPr>
          </a:p>
          <a:p>
            <a:pPr marL="0" marR="0" lvl="0" indent="0" algn="l" rtl="0">
              <a:lnSpc>
                <a:spcPct val="115000"/>
              </a:lnSpc>
              <a:spcBef>
                <a:spcPts val="0"/>
              </a:spcBef>
              <a:spcAft>
                <a:spcPts val="0"/>
              </a:spcAft>
              <a:buClr>
                <a:schemeClr val="dk1"/>
              </a:buClr>
              <a:buSzPts val="1100"/>
              <a:buFont typeface="Arial"/>
              <a:buNone/>
            </a:pPr>
            <a:endParaRPr sz="2100" b="0" i="0" u="none" strike="noStrike" cap="none">
              <a:solidFill>
                <a:srgbClr val="1F1F1F"/>
              </a:solidFill>
              <a:highlight>
                <a:schemeClr val="lt1"/>
              </a:highlight>
              <a:latin typeface="Times New Roman"/>
              <a:ea typeface="Times New Roman"/>
              <a:cs typeface="Times New Roman"/>
              <a:sym typeface="Times New Roman"/>
            </a:endParaRPr>
          </a:p>
          <a:p>
            <a:pPr marL="0" marR="0" lvl="0" indent="0" algn="l" rtl="0">
              <a:lnSpc>
                <a:spcPct val="115000"/>
              </a:lnSpc>
              <a:spcBef>
                <a:spcPts val="0"/>
              </a:spcBef>
              <a:spcAft>
                <a:spcPts val="0"/>
              </a:spcAft>
              <a:buClr>
                <a:schemeClr val="dk1"/>
              </a:buClr>
              <a:buSzPts val="1100"/>
              <a:buFont typeface="Arial"/>
              <a:buNone/>
            </a:pPr>
            <a:endParaRPr sz="2100" b="0" i="0" u="none" strike="noStrike" cap="none">
              <a:solidFill>
                <a:srgbClr val="222222"/>
              </a:solidFill>
              <a:highlight>
                <a:srgbClr val="FFFFFF"/>
              </a:highlight>
              <a:latin typeface="Times New Roman"/>
              <a:ea typeface="Times New Roman"/>
              <a:cs typeface="Times New Roman"/>
              <a:sym typeface="Times New Roman"/>
            </a:endParaRPr>
          </a:p>
          <a:p>
            <a:pPr marL="0" marR="0" lvl="0" indent="0" algn="l" rtl="0">
              <a:lnSpc>
                <a:spcPct val="115000"/>
              </a:lnSpc>
              <a:spcBef>
                <a:spcPts val="0"/>
              </a:spcBef>
              <a:spcAft>
                <a:spcPts val="0"/>
              </a:spcAft>
              <a:buClr>
                <a:schemeClr val="dk1"/>
              </a:buClr>
              <a:buSzPts val="1100"/>
              <a:buFont typeface="Arial"/>
              <a:buNone/>
            </a:pPr>
            <a:endParaRPr sz="2100" b="0" i="0" u="none" strike="noStrike" cap="none">
              <a:solidFill>
                <a:srgbClr val="222222"/>
              </a:solidFill>
              <a:highlight>
                <a:srgbClr val="FFFFFF"/>
              </a:highlight>
              <a:latin typeface="Times New Roman"/>
              <a:ea typeface="Times New Roman"/>
              <a:cs typeface="Times New Roman"/>
              <a:sym typeface="Times New Roman"/>
            </a:endParaRPr>
          </a:p>
          <a:p>
            <a:pPr marL="0" marR="0" lvl="0" indent="0" algn="l" rtl="0">
              <a:lnSpc>
                <a:spcPct val="115000"/>
              </a:lnSpc>
              <a:spcBef>
                <a:spcPts val="0"/>
              </a:spcBef>
              <a:spcAft>
                <a:spcPts val="0"/>
              </a:spcAft>
              <a:buClr>
                <a:schemeClr val="dk1"/>
              </a:buClr>
              <a:buSzPts val="1100"/>
              <a:buFont typeface="Arial"/>
              <a:buNone/>
            </a:pPr>
            <a:endParaRPr sz="2100" b="0" i="0" u="none" strike="noStrike" cap="none">
              <a:solidFill>
                <a:srgbClr val="222222"/>
              </a:solidFill>
              <a:highlight>
                <a:srgbClr val="FFFFFF"/>
              </a:highlight>
              <a:latin typeface="Times New Roman"/>
              <a:ea typeface="Times New Roman"/>
              <a:cs typeface="Times New Roman"/>
              <a:sym typeface="Times New Roman"/>
            </a:endParaRPr>
          </a:p>
          <a:p>
            <a:pPr marL="0" marR="0" lvl="0" indent="0" algn="l" rtl="0">
              <a:lnSpc>
                <a:spcPct val="115000"/>
              </a:lnSpc>
              <a:spcBef>
                <a:spcPts val="0"/>
              </a:spcBef>
              <a:spcAft>
                <a:spcPts val="0"/>
              </a:spcAft>
              <a:buClr>
                <a:schemeClr val="dk1"/>
              </a:buClr>
              <a:buSzPts val="1100"/>
              <a:buFont typeface="Arial"/>
              <a:buNone/>
            </a:pPr>
            <a:endParaRPr sz="2000" b="0" i="0" u="none" strike="noStrike" cap="none">
              <a:solidFill>
                <a:srgbClr val="222222"/>
              </a:solidFill>
              <a:highlight>
                <a:srgbClr val="FFFFFF"/>
              </a:highlight>
              <a:latin typeface="Times New Roman"/>
              <a:ea typeface="Times New Roman"/>
              <a:cs typeface="Times New Roman"/>
              <a:sym typeface="Times New Roman"/>
            </a:endParaRPr>
          </a:p>
          <a:p>
            <a:pPr marL="0" marR="0" lvl="0" indent="0" algn="l" rtl="0">
              <a:lnSpc>
                <a:spcPct val="115000"/>
              </a:lnSpc>
              <a:spcBef>
                <a:spcPts val="0"/>
              </a:spcBef>
              <a:spcAft>
                <a:spcPts val="0"/>
              </a:spcAft>
              <a:buClr>
                <a:schemeClr val="dk1"/>
              </a:buClr>
              <a:buSzPts val="1100"/>
              <a:buFont typeface="Arial"/>
              <a:buNone/>
            </a:pPr>
            <a:endParaRPr sz="2000" b="0" i="0" u="none" strike="noStrike" cap="none">
              <a:solidFill>
                <a:srgbClr val="222222"/>
              </a:solidFill>
              <a:highlight>
                <a:srgbClr val="FFFFFF"/>
              </a:highlight>
              <a:latin typeface="Times New Roman"/>
              <a:ea typeface="Times New Roman"/>
              <a:cs typeface="Times New Roman"/>
              <a:sym typeface="Times New Roman"/>
            </a:endParaRPr>
          </a:p>
          <a:p>
            <a:pPr marL="0" marR="0" lvl="0" indent="0" algn="l" rtl="0">
              <a:lnSpc>
                <a:spcPct val="115000"/>
              </a:lnSpc>
              <a:spcBef>
                <a:spcPts val="0"/>
              </a:spcBef>
              <a:spcAft>
                <a:spcPts val="0"/>
              </a:spcAft>
              <a:buClr>
                <a:schemeClr val="dk1"/>
              </a:buClr>
              <a:buSzPts val="1100"/>
              <a:buFont typeface="Arial"/>
              <a:buNone/>
            </a:pPr>
            <a:r>
              <a:rPr lang="en-US" sz="1900" b="0" i="0" u="none" strike="noStrike" cap="none">
                <a:solidFill>
                  <a:srgbClr val="222222"/>
                </a:solidFill>
                <a:highlight>
                  <a:srgbClr val="FFFFFF"/>
                </a:highlight>
                <a:latin typeface="Times New Roman"/>
                <a:ea typeface="Times New Roman"/>
                <a:cs typeface="Times New Roman"/>
                <a:sym typeface="Times New Roman"/>
              </a:rPr>
              <a:t> </a:t>
            </a:r>
            <a:endParaRPr sz="1900" b="0" i="0" u="none" strike="noStrike" cap="none">
              <a:solidFill>
                <a:srgbClr val="222222"/>
              </a:solidFill>
              <a:highlight>
                <a:srgbClr val="FFFFFF"/>
              </a:highlight>
              <a:latin typeface="Times New Roman"/>
              <a:ea typeface="Times New Roman"/>
              <a:cs typeface="Times New Roman"/>
              <a:sym typeface="Times New Roman"/>
            </a:endParaRPr>
          </a:p>
          <a:p>
            <a:pPr marL="0" marR="0" lvl="0" indent="0" algn="l" rtl="0">
              <a:lnSpc>
                <a:spcPct val="115000"/>
              </a:lnSpc>
              <a:spcBef>
                <a:spcPts val="0"/>
              </a:spcBef>
              <a:spcAft>
                <a:spcPts val="0"/>
              </a:spcAft>
              <a:buClr>
                <a:schemeClr val="dk1"/>
              </a:buClr>
              <a:buSzPts val="1100"/>
              <a:buFont typeface="Arial"/>
              <a:buNone/>
            </a:pPr>
            <a:endParaRPr sz="1100" b="0" i="0" u="none" strike="noStrike" cap="none">
              <a:solidFill>
                <a:srgbClr val="181818"/>
              </a:solidFill>
              <a:latin typeface="Arial"/>
              <a:ea typeface="Arial"/>
              <a:cs typeface="Arial"/>
              <a:sym typeface="Arial"/>
            </a:endParaRPr>
          </a:p>
          <a:p>
            <a:pPr marL="0" marR="0" lvl="0" indent="0" algn="l" rtl="0">
              <a:lnSpc>
                <a:spcPct val="115000"/>
              </a:lnSpc>
              <a:spcBef>
                <a:spcPts val="0"/>
              </a:spcBef>
              <a:spcAft>
                <a:spcPts val="0"/>
              </a:spcAft>
              <a:buClr>
                <a:schemeClr val="dk1"/>
              </a:buClr>
              <a:buSzPts val="1100"/>
              <a:buFont typeface="Arial"/>
              <a:buNone/>
            </a:pPr>
            <a:endParaRPr sz="2000" b="0" i="0" u="none" strike="noStrike" cap="none">
              <a:solidFill>
                <a:schemeClr val="dk1"/>
              </a:solidFill>
              <a:latin typeface="Arial"/>
              <a:ea typeface="Arial"/>
              <a:cs typeface="Arial"/>
              <a:sym typeface="Arial"/>
            </a:endParaRPr>
          </a:p>
          <a:p>
            <a:pPr marL="0" marR="0" lvl="0" indent="0" algn="l" rtl="0">
              <a:lnSpc>
                <a:spcPct val="115000"/>
              </a:lnSpc>
              <a:spcBef>
                <a:spcPts val="0"/>
              </a:spcBef>
              <a:spcAft>
                <a:spcPts val="0"/>
              </a:spcAft>
              <a:buClr>
                <a:schemeClr val="dk1"/>
              </a:buClr>
              <a:buSzPts val="1100"/>
              <a:buFont typeface="Arial"/>
              <a:buNone/>
            </a:pPr>
            <a:endParaRPr sz="2000" b="0" i="0" u="none" strike="noStrike" cap="none">
              <a:solidFill>
                <a:schemeClr val="dk1"/>
              </a:solidFill>
              <a:latin typeface="Times New Roman"/>
              <a:ea typeface="Times New Roman"/>
              <a:cs typeface="Times New Roman"/>
              <a:sym typeface="Times New Roman"/>
            </a:endParaRPr>
          </a:p>
          <a:p>
            <a:pPr marL="0" marR="0" lvl="0" indent="0" algn="l" rtl="0">
              <a:lnSpc>
                <a:spcPct val="115000"/>
              </a:lnSpc>
              <a:spcBef>
                <a:spcPts val="0"/>
              </a:spcBef>
              <a:spcAft>
                <a:spcPts val="0"/>
              </a:spcAft>
              <a:buClr>
                <a:schemeClr val="dk1"/>
              </a:buClr>
              <a:buSzPts val="1100"/>
              <a:buFont typeface="Arial"/>
              <a:buNone/>
            </a:pPr>
            <a:endParaRPr sz="2000" b="0" i="0" u="none" strike="noStrike" cap="none">
              <a:solidFill>
                <a:schemeClr val="dk1"/>
              </a:solidFill>
              <a:latin typeface="Arial"/>
              <a:ea typeface="Arial"/>
              <a:cs typeface="Arial"/>
              <a:sym typeface="Arial"/>
            </a:endParaRPr>
          </a:p>
          <a:p>
            <a:pPr marL="0" marR="0" lvl="0" indent="0" algn="l" rtl="0">
              <a:lnSpc>
                <a:spcPct val="115000"/>
              </a:lnSpc>
              <a:spcBef>
                <a:spcPts val="0"/>
              </a:spcBef>
              <a:spcAft>
                <a:spcPts val="0"/>
              </a:spcAft>
              <a:buClr>
                <a:schemeClr val="dk1"/>
              </a:buClr>
              <a:buSzPts val="1100"/>
              <a:buFont typeface="Arial"/>
              <a:buNone/>
            </a:pPr>
            <a:endParaRPr sz="18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2400"/>
              <a:buFont typeface="Arial"/>
              <a:buNone/>
            </a:pPr>
            <a:endParaRPr sz="1800" b="0" i="0" u="none" strike="noStrike" cap="none">
              <a:solidFill>
                <a:schemeClr val="dk1"/>
              </a:solidFill>
              <a:latin typeface="Arial"/>
              <a:ea typeface="Arial"/>
              <a:cs typeface="Arial"/>
              <a:sym typeface="Arial"/>
            </a:endParaRPr>
          </a:p>
          <a:p>
            <a:pPr marL="0" marR="0" lvl="0" indent="0" algn="l" rtl="0">
              <a:lnSpc>
                <a:spcPct val="115000"/>
              </a:lnSpc>
              <a:spcBef>
                <a:spcPts val="0"/>
              </a:spcBef>
              <a:spcAft>
                <a:spcPts val="0"/>
              </a:spcAft>
              <a:buClr>
                <a:schemeClr val="dk1"/>
              </a:buClr>
              <a:buSzPts val="1100"/>
              <a:buFont typeface="Arial"/>
              <a:buNone/>
            </a:pPr>
            <a:r>
              <a:rPr lang="en-US" sz="2000" b="0" i="0" u="none" strike="noStrike" cap="none">
                <a:solidFill>
                  <a:schemeClr val="dk1"/>
                </a:solidFill>
                <a:latin typeface="Arial"/>
                <a:ea typeface="Arial"/>
                <a:cs typeface="Arial"/>
                <a:sym typeface="Arial"/>
              </a:rPr>
              <a:t>	</a:t>
            </a:r>
            <a:endParaRPr sz="20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18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0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0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000" b="0" i="0" u="none" strike="noStrike" cap="none">
              <a:solidFill>
                <a:srgbClr val="000000"/>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1400"/>
              <a:buFont typeface="Times New Roman"/>
              <a:buNone/>
            </a:pPr>
            <a:endParaRPr sz="1400" b="0" i="0" u="none" strike="noStrike" cap="none">
              <a:solidFill>
                <a:srgbClr val="000000"/>
              </a:solidFill>
              <a:latin typeface="Arial"/>
              <a:ea typeface="Arial"/>
              <a:cs typeface="Arial"/>
              <a:sym typeface="Arial"/>
            </a:endParaRPr>
          </a:p>
        </p:txBody>
      </p:sp>
      <p:sp>
        <p:nvSpPr>
          <p:cNvPr id="240" name="Google Shape;240;g2b43d7599d0_4_0"/>
          <p:cNvSpPr txBox="1">
            <a:spLocks noGrp="1"/>
          </p:cNvSpPr>
          <p:nvPr>
            <p:ph type="sldNum" idx="12"/>
          </p:nvPr>
        </p:nvSpPr>
        <p:spPr>
          <a:xfrm>
            <a:off x="11095216" y="6414769"/>
            <a:ext cx="258600" cy="276900"/>
          </a:xfrm>
          <a:prstGeom prst="rect">
            <a:avLst/>
          </a:prstGeom>
          <a:noFill/>
          <a:ln>
            <a:noFill/>
          </a:ln>
        </p:spPr>
        <p:txBody>
          <a:bodyPr spcFirstLastPara="1" wrap="square" lIns="45675" tIns="45675" rIns="45675" bIns="45675" anchor="ctr" anchorCtr="0">
            <a:spAutoFit/>
          </a:bodyPr>
          <a:lstStyle/>
          <a:p>
            <a:pPr marL="0" lvl="0" indent="0" algn="r" rtl="0">
              <a:lnSpc>
                <a:spcPct val="100000"/>
              </a:lnSpc>
              <a:spcBef>
                <a:spcPts val="0"/>
              </a:spcBef>
              <a:spcAft>
                <a:spcPts val="0"/>
              </a:spcAft>
              <a:buClr>
                <a:srgbClr val="888888"/>
              </a:buClr>
              <a:buSzPts val="1200"/>
              <a:buFont typeface="Calibri"/>
              <a:buNone/>
            </a:pPr>
            <a:fld id="{00000000-1234-1234-1234-123412341234}" type="slidenum">
              <a:rPr lang="en-US" sz="1200">
                <a:solidFill>
                  <a:srgbClr val="888888"/>
                </a:solidFill>
                <a:latin typeface="Calibri"/>
                <a:ea typeface="Calibri"/>
                <a:cs typeface="Calibri"/>
                <a:sym typeface="Calibri"/>
              </a:rPr>
              <a:t>18</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44"/>
        <p:cNvGrpSpPr/>
        <p:nvPr/>
      </p:nvGrpSpPr>
      <p:grpSpPr>
        <a:xfrm>
          <a:off x="0" y="0"/>
          <a:ext cx="0" cy="0"/>
          <a:chOff x="0" y="0"/>
          <a:chExt cx="0" cy="0"/>
        </a:xfrm>
      </p:grpSpPr>
      <p:sp>
        <p:nvSpPr>
          <p:cNvPr id="245" name="Google Shape;245;g2b43d7599d0_4_9"/>
          <p:cNvSpPr txBox="1"/>
          <p:nvPr/>
        </p:nvSpPr>
        <p:spPr>
          <a:xfrm>
            <a:off x="233674" y="2349949"/>
            <a:ext cx="11399400" cy="708000"/>
          </a:xfrm>
          <a:prstGeom prst="rect">
            <a:avLst/>
          </a:prstGeom>
          <a:noFill/>
          <a:ln>
            <a:noFill/>
          </a:ln>
        </p:spPr>
        <p:txBody>
          <a:bodyPr spcFirstLastPara="1" wrap="square" lIns="45675" tIns="45675" rIns="45675" bIns="45675" anchor="t" anchorCtr="0">
            <a:spAutoFit/>
          </a:bodyPr>
          <a:lstStyle/>
          <a:p>
            <a:pPr marL="0" marR="0" lvl="0" indent="0" algn="just" rtl="0">
              <a:lnSpc>
                <a:spcPct val="100000"/>
              </a:lnSpc>
              <a:spcBef>
                <a:spcPts val="0"/>
              </a:spcBef>
              <a:spcAft>
                <a:spcPts val="0"/>
              </a:spcAft>
              <a:buClr>
                <a:srgbClr val="000000"/>
              </a:buClr>
              <a:buSzPts val="2000"/>
              <a:buFont typeface="Times New Roman"/>
              <a:buNone/>
            </a:pPr>
            <a:endParaRPr sz="2000" b="0" i="0" u="none" strike="noStrike" cap="none">
              <a:solidFill>
                <a:srgbClr val="000000"/>
              </a:solidFill>
              <a:latin typeface="Times New Roman"/>
              <a:ea typeface="Times New Roman"/>
              <a:cs typeface="Times New Roman"/>
              <a:sym typeface="Times New Roman"/>
            </a:endParaRPr>
          </a:p>
          <a:p>
            <a:pPr marL="457200" marR="0" lvl="0" indent="-330200" algn="just" rtl="0">
              <a:lnSpc>
                <a:spcPct val="100000"/>
              </a:lnSpc>
              <a:spcBef>
                <a:spcPts val="0"/>
              </a:spcBef>
              <a:spcAft>
                <a:spcPts val="0"/>
              </a:spcAft>
              <a:buClr>
                <a:srgbClr val="000000"/>
              </a:buClr>
              <a:buSzPts val="2000"/>
              <a:buFont typeface="Times New Roman"/>
              <a:buNone/>
            </a:pPr>
            <a:endParaRPr sz="2000" b="0" i="0" u="none" strike="noStrike" cap="none">
              <a:solidFill>
                <a:srgbClr val="000000"/>
              </a:solidFill>
              <a:latin typeface="Times New Roman"/>
              <a:ea typeface="Times New Roman"/>
              <a:cs typeface="Times New Roman"/>
              <a:sym typeface="Times New Roman"/>
            </a:endParaRPr>
          </a:p>
        </p:txBody>
      </p:sp>
      <p:pic>
        <p:nvPicPr>
          <p:cNvPr id="246" name="Google Shape;246;g2b43d7599d0_4_9" descr="Google Shape;260;p17"/>
          <p:cNvPicPr preferRelativeResize="0"/>
          <p:nvPr/>
        </p:nvPicPr>
        <p:blipFill rotWithShape="1">
          <a:blip r:embed="rId3">
            <a:alphaModFix/>
          </a:blip>
          <a:srcRect/>
          <a:stretch/>
        </p:blipFill>
        <p:spPr>
          <a:xfrm>
            <a:off x="147729" y="469785"/>
            <a:ext cx="1219201" cy="1144589"/>
          </a:xfrm>
          <a:prstGeom prst="rect">
            <a:avLst/>
          </a:prstGeom>
          <a:noFill/>
          <a:ln>
            <a:noFill/>
          </a:ln>
        </p:spPr>
      </p:pic>
      <p:sp>
        <p:nvSpPr>
          <p:cNvPr id="247" name="Google Shape;247;g2b43d7599d0_4_9"/>
          <p:cNvSpPr txBox="1"/>
          <p:nvPr/>
        </p:nvSpPr>
        <p:spPr>
          <a:xfrm>
            <a:off x="1350140" y="656324"/>
            <a:ext cx="10659000" cy="1108200"/>
          </a:xfrm>
          <a:prstGeom prst="rect">
            <a:avLst/>
          </a:prstGeom>
          <a:noFill/>
          <a:ln>
            <a:noFill/>
          </a:ln>
        </p:spPr>
        <p:txBody>
          <a:bodyPr spcFirstLastPara="1" wrap="square" lIns="45675" tIns="45675" rIns="45675" bIns="45675" anchor="t" anchorCtr="0">
            <a:spAutoFit/>
          </a:bodyPr>
          <a:lstStyle/>
          <a:p>
            <a:pPr marL="0" marR="0" lvl="0" indent="0" algn="ctr" rtl="0">
              <a:lnSpc>
                <a:spcPct val="100000"/>
              </a:lnSpc>
              <a:spcBef>
                <a:spcPts val="0"/>
              </a:spcBef>
              <a:spcAft>
                <a:spcPts val="0"/>
              </a:spcAft>
              <a:buClr>
                <a:srgbClr val="000000"/>
              </a:buClr>
              <a:buSzPts val="2200"/>
              <a:buFont typeface="Arial Rounded"/>
              <a:buNone/>
            </a:pPr>
            <a:r>
              <a:rPr lang="en-US" sz="2200" b="1" i="0" u="none" strike="noStrike" cap="none" dirty="0">
                <a:solidFill>
                  <a:srgbClr val="000000"/>
                </a:solidFill>
                <a:latin typeface="Arial Rounded"/>
                <a:ea typeface="Arial Rounded"/>
                <a:cs typeface="Arial Rounded"/>
                <a:sym typeface="Arial Rounded"/>
              </a:rPr>
              <a:t>GOKARAJU RANGARAJU INSTITUTE OF ENGINEERING AND TECHNOLOGY</a:t>
            </a:r>
            <a:endParaRPr sz="1400" b="0"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Rounded"/>
              <a:buNone/>
            </a:pPr>
            <a:r>
              <a:rPr lang="en-US" sz="2200" b="1" i="0" u="none" strike="noStrike" cap="none" dirty="0">
                <a:solidFill>
                  <a:srgbClr val="000000"/>
                </a:solidFill>
                <a:latin typeface="Arial Rounded"/>
                <a:ea typeface="Arial Rounded"/>
                <a:cs typeface="Arial Rounded"/>
                <a:sym typeface="Arial Rounded"/>
              </a:rPr>
              <a:t>Department of Computer Science and Engineering</a:t>
            </a:r>
            <a:endParaRPr sz="2200" b="1" i="0" u="none" strike="noStrike" cap="none" dirty="0">
              <a:solidFill>
                <a:srgbClr val="000000"/>
              </a:solidFill>
              <a:latin typeface="Arial Rounded"/>
              <a:ea typeface="Arial Rounded"/>
              <a:cs typeface="Arial Rounded"/>
              <a:sym typeface="Arial Rounded"/>
            </a:endParaRPr>
          </a:p>
          <a:p>
            <a:pPr marL="0" marR="0" lvl="0" indent="0" algn="l" rtl="0">
              <a:lnSpc>
                <a:spcPct val="100000"/>
              </a:lnSpc>
              <a:spcBef>
                <a:spcPts val="0"/>
              </a:spcBef>
              <a:spcAft>
                <a:spcPts val="0"/>
              </a:spcAft>
              <a:buClr>
                <a:schemeClr val="dk1"/>
              </a:buClr>
              <a:buSzPts val="2200"/>
              <a:buFont typeface="Arial Rounded"/>
              <a:buNone/>
            </a:pPr>
            <a:r>
              <a:rPr lang="en-US" sz="1400" b="0" i="0" u="none" strike="noStrike" cap="none" dirty="0">
                <a:solidFill>
                  <a:schemeClr val="dk1"/>
                </a:solidFill>
                <a:latin typeface="Arial"/>
                <a:ea typeface="Arial"/>
                <a:cs typeface="Arial"/>
                <a:sym typeface="Arial"/>
              </a:rPr>
              <a:t>                                                               </a:t>
            </a:r>
            <a:r>
              <a:rPr lang="en-US" sz="2200" b="1" i="0" u="none" strike="noStrike" cap="none" dirty="0">
                <a:solidFill>
                  <a:schemeClr val="dk1"/>
                </a:solidFill>
                <a:latin typeface="Arial Rounded"/>
                <a:ea typeface="Arial Rounded"/>
                <a:cs typeface="Arial Rounded"/>
                <a:sym typeface="Arial Rounded"/>
              </a:rPr>
              <a:t>MAJOR Project Phase-II Review-</a:t>
            </a:r>
            <a:r>
              <a:rPr lang="en-US" sz="2200" b="1" dirty="0">
                <a:solidFill>
                  <a:schemeClr val="dk1"/>
                </a:solidFill>
                <a:latin typeface="Arial Rounded"/>
                <a:ea typeface="Arial Rounded"/>
                <a:cs typeface="Arial Rounded"/>
                <a:sym typeface="Arial Rounded"/>
              </a:rPr>
              <a:t>2</a:t>
            </a:r>
            <a:endParaRPr sz="2200" b="1" i="0" u="none" strike="noStrike" cap="none" dirty="0">
              <a:solidFill>
                <a:srgbClr val="000000"/>
              </a:solidFill>
              <a:latin typeface="Arial Rounded"/>
              <a:ea typeface="Arial Rounded"/>
              <a:cs typeface="Arial Rounded"/>
              <a:sym typeface="Arial Rounded"/>
            </a:endParaRPr>
          </a:p>
        </p:txBody>
      </p:sp>
      <p:sp>
        <p:nvSpPr>
          <p:cNvPr id="248" name="Google Shape;248;g2b43d7599d0_4_9"/>
          <p:cNvSpPr txBox="1"/>
          <p:nvPr/>
        </p:nvSpPr>
        <p:spPr>
          <a:xfrm>
            <a:off x="182860" y="1210424"/>
            <a:ext cx="11826300" cy="12223800"/>
          </a:xfrm>
          <a:prstGeom prst="rect">
            <a:avLst/>
          </a:prstGeom>
          <a:noFill/>
          <a:ln>
            <a:noFill/>
          </a:ln>
        </p:spPr>
        <p:txBody>
          <a:bodyPr spcFirstLastPara="1" wrap="square" lIns="45675" tIns="45675" rIns="45675" bIns="45675" anchor="t" anchorCtr="0">
            <a:spAutoFit/>
          </a:bodyPr>
          <a:lstStyle/>
          <a:p>
            <a:pPr marL="0" marR="0" lvl="0" indent="0" algn="l" rtl="0">
              <a:lnSpc>
                <a:spcPct val="100000"/>
              </a:lnSpc>
              <a:spcBef>
                <a:spcPts val="0"/>
              </a:spcBef>
              <a:spcAft>
                <a:spcPts val="0"/>
              </a:spcAft>
              <a:buClr>
                <a:srgbClr val="000000"/>
              </a:buClr>
              <a:buSzPts val="2800"/>
              <a:buFont typeface="Times New Roman"/>
              <a:buNone/>
            </a:pPr>
            <a:endParaRPr sz="2800" b="1" i="0" u="none" strike="noStrike" cap="none">
              <a:solidFill>
                <a:srgbClr val="000000"/>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2800"/>
              <a:buFont typeface="Times New Roman"/>
              <a:buNone/>
            </a:pPr>
            <a:r>
              <a:rPr lang="en-US" sz="2800" b="1" i="0" u="none" strike="noStrike" cap="none">
                <a:solidFill>
                  <a:srgbClr val="000000"/>
                </a:solidFill>
                <a:latin typeface="Times New Roman"/>
                <a:ea typeface="Times New Roman"/>
                <a:cs typeface="Times New Roman"/>
                <a:sym typeface="Times New Roman"/>
              </a:rPr>
              <a:t>References</a:t>
            </a:r>
            <a:r>
              <a:rPr lang="en-US" sz="2800" b="1" i="0" u="none" strike="noStrike" cap="none">
                <a:solidFill>
                  <a:srgbClr val="000000"/>
                </a:solidFill>
                <a:latin typeface="Arial"/>
                <a:ea typeface="Arial"/>
                <a:cs typeface="Arial"/>
                <a:sym typeface="Arial"/>
              </a:rPr>
              <a:t>:</a:t>
            </a:r>
            <a:r>
              <a:rPr lang="en-US" sz="2800" b="0" i="0" u="none" strike="noStrike" cap="none">
                <a:solidFill>
                  <a:srgbClr val="000000"/>
                </a:solidFill>
                <a:latin typeface="Arial"/>
                <a:ea typeface="Arial"/>
                <a:cs typeface="Arial"/>
                <a:sym typeface="Arial"/>
              </a:rPr>
              <a:t> </a:t>
            </a:r>
            <a:endParaRPr sz="2800" b="0" i="0" u="none" strike="noStrike" cap="none">
              <a:solidFill>
                <a:srgbClr val="000000"/>
              </a:solidFill>
              <a:latin typeface="Arial"/>
              <a:ea typeface="Arial"/>
              <a:cs typeface="Arial"/>
              <a:sym typeface="Arial"/>
            </a:endParaRPr>
          </a:p>
          <a:p>
            <a:pPr marL="0" marR="0" lvl="0" indent="0" algn="l" rtl="0">
              <a:lnSpc>
                <a:spcPct val="115000"/>
              </a:lnSpc>
              <a:spcBef>
                <a:spcPts val="0"/>
              </a:spcBef>
              <a:spcAft>
                <a:spcPts val="0"/>
              </a:spcAft>
              <a:buClr>
                <a:schemeClr val="dk1"/>
              </a:buClr>
              <a:buSzPts val="1100"/>
              <a:buFont typeface="Arial"/>
              <a:buNone/>
            </a:pPr>
            <a:endParaRPr sz="2800" b="0" i="0" u="none" strike="noStrike" cap="none">
              <a:solidFill>
                <a:srgbClr val="000000"/>
              </a:solidFill>
              <a:latin typeface="Arial"/>
              <a:ea typeface="Arial"/>
              <a:cs typeface="Arial"/>
              <a:sym typeface="Arial"/>
            </a:endParaRPr>
          </a:p>
          <a:p>
            <a:pPr marL="0" marR="0" lvl="0" indent="0" algn="l" rtl="0">
              <a:lnSpc>
                <a:spcPct val="115000"/>
              </a:lnSpc>
              <a:spcBef>
                <a:spcPts val="0"/>
              </a:spcBef>
              <a:spcAft>
                <a:spcPts val="0"/>
              </a:spcAft>
              <a:buClr>
                <a:schemeClr val="dk1"/>
              </a:buClr>
              <a:buSzPts val="1100"/>
              <a:buFont typeface="Arial"/>
              <a:buNone/>
            </a:pPr>
            <a:r>
              <a:rPr lang="en-US" sz="2000" b="0" i="0" u="none" strike="noStrike" cap="none">
                <a:solidFill>
                  <a:srgbClr val="222222"/>
                </a:solidFill>
                <a:highlight>
                  <a:srgbClr val="FFFFFF"/>
                </a:highlight>
                <a:latin typeface="Times New Roman"/>
                <a:ea typeface="Times New Roman"/>
                <a:cs typeface="Times New Roman"/>
                <a:sym typeface="Times New Roman"/>
              </a:rPr>
              <a:t>8. Liu, Yuliang, et al. "Abcnet: Real-time scene text spotting with adaptive bezier-curve network." </a:t>
            </a:r>
            <a:r>
              <a:rPr lang="en-US" sz="2000" b="0" i="1" u="none" strike="noStrike" cap="none">
                <a:solidFill>
                  <a:srgbClr val="222222"/>
                </a:solidFill>
                <a:highlight>
                  <a:srgbClr val="FFFFFF"/>
                </a:highlight>
                <a:latin typeface="Times New Roman"/>
                <a:ea typeface="Times New Roman"/>
                <a:cs typeface="Times New Roman"/>
                <a:sym typeface="Times New Roman"/>
              </a:rPr>
              <a:t>proceedings of the IEEE/CVF conference on computer vision and pattern recognition</a:t>
            </a:r>
            <a:r>
              <a:rPr lang="en-US" sz="2000" b="0" i="0" u="none" strike="noStrike" cap="none">
                <a:solidFill>
                  <a:srgbClr val="222222"/>
                </a:solidFill>
                <a:highlight>
                  <a:srgbClr val="FFFFFF"/>
                </a:highlight>
                <a:latin typeface="Times New Roman"/>
                <a:ea typeface="Times New Roman"/>
                <a:cs typeface="Times New Roman"/>
                <a:sym typeface="Times New Roman"/>
              </a:rPr>
              <a:t>. 2020.</a:t>
            </a:r>
            <a:endParaRPr sz="2000" b="0" i="0" u="none" strike="noStrike" cap="none">
              <a:solidFill>
                <a:srgbClr val="222222"/>
              </a:solidFill>
              <a:highlight>
                <a:srgbClr val="FFFFFF"/>
              </a:highlight>
              <a:latin typeface="Times New Roman"/>
              <a:ea typeface="Times New Roman"/>
              <a:cs typeface="Times New Roman"/>
              <a:sym typeface="Times New Roman"/>
            </a:endParaRPr>
          </a:p>
          <a:p>
            <a:pPr marL="0" marR="0" lvl="0" indent="0" algn="l" rtl="0">
              <a:lnSpc>
                <a:spcPct val="115000"/>
              </a:lnSpc>
              <a:spcBef>
                <a:spcPts val="0"/>
              </a:spcBef>
              <a:spcAft>
                <a:spcPts val="0"/>
              </a:spcAft>
              <a:buClr>
                <a:schemeClr val="dk1"/>
              </a:buClr>
              <a:buSzPts val="1100"/>
              <a:buFont typeface="Arial"/>
              <a:buNone/>
            </a:pPr>
            <a:endParaRPr sz="2000" b="0" i="0" u="none" strike="noStrike" cap="none">
              <a:solidFill>
                <a:srgbClr val="222222"/>
              </a:solidFill>
              <a:highlight>
                <a:srgbClr val="FFFFFF"/>
              </a:highlight>
              <a:latin typeface="Times New Roman"/>
              <a:ea typeface="Times New Roman"/>
              <a:cs typeface="Times New Roman"/>
              <a:sym typeface="Times New Roman"/>
            </a:endParaRPr>
          </a:p>
          <a:p>
            <a:pPr marL="0" marR="0" lvl="0" indent="0" algn="l" rtl="0">
              <a:lnSpc>
                <a:spcPct val="115000"/>
              </a:lnSpc>
              <a:spcBef>
                <a:spcPts val="0"/>
              </a:spcBef>
              <a:spcAft>
                <a:spcPts val="0"/>
              </a:spcAft>
              <a:buClr>
                <a:schemeClr val="dk1"/>
              </a:buClr>
              <a:buSzPts val="1100"/>
              <a:buFont typeface="Arial"/>
              <a:buNone/>
            </a:pPr>
            <a:r>
              <a:rPr lang="en-US" sz="2000" b="0" i="0" u="none" strike="noStrike" cap="none">
                <a:solidFill>
                  <a:srgbClr val="222222"/>
                </a:solidFill>
                <a:highlight>
                  <a:srgbClr val="FFFFFF"/>
                </a:highlight>
                <a:latin typeface="Times New Roman"/>
                <a:ea typeface="Times New Roman"/>
                <a:cs typeface="Times New Roman"/>
                <a:sym typeface="Times New Roman"/>
              </a:rPr>
              <a:t>9. Z. Zhong, L. Jin and S. Huang, "DeepText: A new approach for text proposal generation and text detection in natural images," 2017 IEEE International Conference on Acoustics, Speech and Signal Processing (ICASSP), New Orleans, LA, USA, 2017, pp. 1208-1212, doi: 10.1109/ICASSP.2017.7952348.</a:t>
            </a:r>
            <a:endParaRPr sz="2000" b="0" i="0" u="none" strike="noStrike" cap="none">
              <a:solidFill>
                <a:srgbClr val="222222"/>
              </a:solidFill>
              <a:highlight>
                <a:srgbClr val="FFFFFF"/>
              </a:highlight>
              <a:latin typeface="Times New Roman"/>
              <a:ea typeface="Times New Roman"/>
              <a:cs typeface="Times New Roman"/>
              <a:sym typeface="Times New Roman"/>
            </a:endParaRPr>
          </a:p>
          <a:p>
            <a:pPr marL="0" marR="0" lvl="0" indent="0" algn="l" rtl="0">
              <a:lnSpc>
                <a:spcPct val="115000"/>
              </a:lnSpc>
              <a:spcBef>
                <a:spcPts val="0"/>
              </a:spcBef>
              <a:spcAft>
                <a:spcPts val="0"/>
              </a:spcAft>
              <a:buClr>
                <a:schemeClr val="dk1"/>
              </a:buClr>
              <a:buSzPts val="1100"/>
              <a:buFont typeface="Arial"/>
              <a:buNone/>
            </a:pPr>
            <a:endParaRPr sz="2000" b="0" i="0" u="none" strike="noStrike" cap="none">
              <a:solidFill>
                <a:srgbClr val="222222"/>
              </a:solidFill>
              <a:highlight>
                <a:srgbClr val="FFFFFF"/>
              </a:highlight>
              <a:latin typeface="Times New Roman"/>
              <a:ea typeface="Times New Roman"/>
              <a:cs typeface="Times New Roman"/>
              <a:sym typeface="Times New Roman"/>
            </a:endParaRPr>
          </a:p>
          <a:p>
            <a:pPr marL="0" marR="0" lvl="0" indent="0" algn="l" rtl="0">
              <a:lnSpc>
                <a:spcPct val="115000"/>
              </a:lnSpc>
              <a:spcBef>
                <a:spcPts val="0"/>
              </a:spcBef>
              <a:spcAft>
                <a:spcPts val="0"/>
              </a:spcAft>
              <a:buClr>
                <a:schemeClr val="dk1"/>
              </a:buClr>
              <a:buSzPts val="1100"/>
              <a:buFont typeface="Arial"/>
              <a:buNone/>
            </a:pPr>
            <a:r>
              <a:rPr lang="en-US" sz="2000" b="0" i="0" u="none" strike="noStrike" cap="none">
                <a:solidFill>
                  <a:srgbClr val="222222"/>
                </a:solidFill>
                <a:highlight>
                  <a:srgbClr val="FFFFFF"/>
                </a:highlight>
                <a:latin typeface="Times New Roman"/>
                <a:ea typeface="Times New Roman"/>
                <a:cs typeface="Times New Roman"/>
                <a:sym typeface="Times New Roman"/>
              </a:rPr>
              <a:t>10. </a:t>
            </a:r>
            <a:r>
              <a:rPr lang="en-US" sz="2000" b="0" i="0" u="none" strike="noStrike" cap="none">
                <a:solidFill>
                  <a:srgbClr val="1F1F1F"/>
                </a:solidFill>
                <a:highlight>
                  <a:srgbClr val="FFFFFF"/>
                </a:highlight>
                <a:latin typeface="Times New Roman"/>
                <a:ea typeface="Times New Roman"/>
                <a:cs typeface="Times New Roman"/>
                <a:sym typeface="Times New Roman"/>
              </a:rPr>
              <a:t>Ait Bella, F.Z., El Rhabi, M., Hakim, A. et al. An innovative document image binarization approach driven by the non-local p-Laplacian. EURASIP J. Adv. Signal Process. 2022, 50 (2022).</a:t>
            </a:r>
            <a:endParaRPr sz="2000" b="0" i="0" u="none" strike="noStrike" cap="none">
              <a:solidFill>
                <a:srgbClr val="1F1F1F"/>
              </a:solidFill>
              <a:highlight>
                <a:srgbClr val="FFFFFF"/>
              </a:highlight>
              <a:latin typeface="Times New Roman"/>
              <a:ea typeface="Times New Roman"/>
              <a:cs typeface="Times New Roman"/>
              <a:sym typeface="Times New Roman"/>
            </a:endParaRPr>
          </a:p>
          <a:p>
            <a:pPr marL="0" marR="0" lvl="0" indent="0" algn="l" rtl="0">
              <a:lnSpc>
                <a:spcPct val="115000"/>
              </a:lnSpc>
              <a:spcBef>
                <a:spcPts val="0"/>
              </a:spcBef>
              <a:spcAft>
                <a:spcPts val="0"/>
              </a:spcAft>
              <a:buClr>
                <a:schemeClr val="dk1"/>
              </a:buClr>
              <a:buSzPts val="1100"/>
              <a:buFont typeface="Arial"/>
              <a:buNone/>
            </a:pPr>
            <a:endParaRPr sz="2000" b="0" i="0" u="none" strike="noStrike" cap="none">
              <a:solidFill>
                <a:srgbClr val="1F1F1F"/>
              </a:solidFill>
              <a:highlight>
                <a:srgbClr val="FFFFFF"/>
              </a:highlight>
              <a:latin typeface="Times New Roman"/>
              <a:ea typeface="Times New Roman"/>
              <a:cs typeface="Times New Roman"/>
              <a:sym typeface="Times New Roman"/>
            </a:endParaRPr>
          </a:p>
          <a:p>
            <a:pPr marL="0" marR="0" lvl="0" indent="0" algn="l" rtl="0">
              <a:lnSpc>
                <a:spcPct val="115000"/>
              </a:lnSpc>
              <a:spcBef>
                <a:spcPts val="0"/>
              </a:spcBef>
              <a:spcAft>
                <a:spcPts val="0"/>
              </a:spcAft>
              <a:buClr>
                <a:schemeClr val="dk1"/>
              </a:buClr>
              <a:buSzPts val="1100"/>
              <a:buFont typeface="Arial"/>
              <a:buNone/>
            </a:pPr>
            <a:r>
              <a:rPr lang="en-US" sz="2000" b="0" i="0" u="none" strike="noStrike" cap="none">
                <a:solidFill>
                  <a:srgbClr val="1F1F1F"/>
                </a:solidFill>
                <a:highlight>
                  <a:srgbClr val="FFFFFF"/>
                </a:highlight>
                <a:latin typeface="Times New Roman"/>
                <a:ea typeface="Times New Roman"/>
                <a:cs typeface="Times New Roman"/>
                <a:sym typeface="Times New Roman"/>
              </a:rPr>
              <a:t>11. Mustafa, Wan &amp; Kader, Mohamed. (2018). Binarization of Document Images: A Comprehensive Review. Journal of Physics: Conference Series. 1019. 012023. 10.1088/1742-6596/1019/1/012023.</a:t>
            </a:r>
            <a:r>
              <a:rPr lang="en-US" sz="2100" b="0" i="0" u="none" strike="noStrike" cap="none">
                <a:solidFill>
                  <a:srgbClr val="1F1F1F"/>
                </a:solidFill>
                <a:highlight>
                  <a:srgbClr val="FFFFFF"/>
                </a:highlight>
                <a:latin typeface="Arial"/>
                <a:ea typeface="Arial"/>
                <a:cs typeface="Arial"/>
                <a:sym typeface="Arial"/>
              </a:rPr>
              <a:t> </a:t>
            </a:r>
            <a:endParaRPr sz="2100" b="0" i="0" u="none" strike="noStrike" cap="none">
              <a:solidFill>
                <a:srgbClr val="1F1F1F"/>
              </a:solidFill>
              <a:highlight>
                <a:srgbClr val="FFFFFF"/>
              </a:highlight>
              <a:latin typeface="Arial"/>
              <a:ea typeface="Arial"/>
              <a:cs typeface="Arial"/>
              <a:sym typeface="Arial"/>
            </a:endParaRPr>
          </a:p>
          <a:p>
            <a:pPr marL="0" marR="0" lvl="0" indent="0" algn="l" rtl="0">
              <a:lnSpc>
                <a:spcPct val="115000"/>
              </a:lnSpc>
              <a:spcBef>
                <a:spcPts val="0"/>
              </a:spcBef>
              <a:spcAft>
                <a:spcPts val="0"/>
              </a:spcAft>
              <a:buClr>
                <a:schemeClr val="dk1"/>
              </a:buClr>
              <a:buSzPts val="1100"/>
              <a:buFont typeface="Arial"/>
              <a:buNone/>
            </a:pPr>
            <a:endParaRPr sz="2000" b="0" i="0" u="none" strike="noStrike" cap="none">
              <a:solidFill>
                <a:srgbClr val="1F1F1F"/>
              </a:solidFill>
              <a:highlight>
                <a:srgbClr val="FFFFFF"/>
              </a:highlight>
              <a:latin typeface="Times New Roman"/>
              <a:ea typeface="Times New Roman"/>
              <a:cs typeface="Times New Roman"/>
              <a:sym typeface="Times New Roman"/>
            </a:endParaRPr>
          </a:p>
          <a:p>
            <a:pPr marL="0" marR="0" lvl="0" indent="0" algn="l" rtl="0">
              <a:lnSpc>
                <a:spcPct val="115000"/>
              </a:lnSpc>
              <a:spcBef>
                <a:spcPts val="0"/>
              </a:spcBef>
              <a:spcAft>
                <a:spcPts val="0"/>
              </a:spcAft>
              <a:buClr>
                <a:schemeClr val="dk1"/>
              </a:buClr>
              <a:buSzPts val="1100"/>
              <a:buFont typeface="Arial"/>
              <a:buNone/>
            </a:pPr>
            <a:endParaRPr sz="2100" b="0" i="0" u="none" strike="noStrike" cap="none">
              <a:solidFill>
                <a:srgbClr val="1F1F1F"/>
              </a:solidFill>
              <a:highlight>
                <a:schemeClr val="lt1"/>
              </a:highlight>
              <a:latin typeface="Times New Roman"/>
              <a:ea typeface="Times New Roman"/>
              <a:cs typeface="Times New Roman"/>
              <a:sym typeface="Times New Roman"/>
            </a:endParaRPr>
          </a:p>
          <a:p>
            <a:pPr marL="0" marR="0" lvl="0" indent="0" algn="l" rtl="0">
              <a:lnSpc>
                <a:spcPct val="115000"/>
              </a:lnSpc>
              <a:spcBef>
                <a:spcPts val="0"/>
              </a:spcBef>
              <a:spcAft>
                <a:spcPts val="0"/>
              </a:spcAft>
              <a:buClr>
                <a:schemeClr val="dk1"/>
              </a:buClr>
              <a:buSzPts val="1100"/>
              <a:buFont typeface="Arial"/>
              <a:buNone/>
            </a:pPr>
            <a:endParaRPr sz="2100" b="0" i="0" u="none" strike="noStrike" cap="none">
              <a:solidFill>
                <a:srgbClr val="222222"/>
              </a:solidFill>
              <a:highlight>
                <a:srgbClr val="FFFFFF"/>
              </a:highlight>
              <a:latin typeface="Times New Roman"/>
              <a:ea typeface="Times New Roman"/>
              <a:cs typeface="Times New Roman"/>
              <a:sym typeface="Times New Roman"/>
            </a:endParaRPr>
          </a:p>
          <a:p>
            <a:pPr marL="0" marR="0" lvl="0" indent="0" algn="l" rtl="0">
              <a:lnSpc>
                <a:spcPct val="115000"/>
              </a:lnSpc>
              <a:spcBef>
                <a:spcPts val="0"/>
              </a:spcBef>
              <a:spcAft>
                <a:spcPts val="0"/>
              </a:spcAft>
              <a:buClr>
                <a:schemeClr val="dk1"/>
              </a:buClr>
              <a:buSzPts val="1100"/>
              <a:buFont typeface="Arial"/>
              <a:buNone/>
            </a:pPr>
            <a:endParaRPr sz="2100" b="0" i="0" u="none" strike="noStrike" cap="none">
              <a:solidFill>
                <a:srgbClr val="222222"/>
              </a:solidFill>
              <a:highlight>
                <a:srgbClr val="FFFFFF"/>
              </a:highlight>
              <a:latin typeface="Times New Roman"/>
              <a:ea typeface="Times New Roman"/>
              <a:cs typeface="Times New Roman"/>
              <a:sym typeface="Times New Roman"/>
            </a:endParaRPr>
          </a:p>
          <a:p>
            <a:pPr marL="0" marR="0" lvl="0" indent="0" algn="l" rtl="0">
              <a:lnSpc>
                <a:spcPct val="115000"/>
              </a:lnSpc>
              <a:spcBef>
                <a:spcPts val="0"/>
              </a:spcBef>
              <a:spcAft>
                <a:spcPts val="0"/>
              </a:spcAft>
              <a:buClr>
                <a:schemeClr val="dk1"/>
              </a:buClr>
              <a:buSzPts val="1100"/>
              <a:buFont typeface="Arial"/>
              <a:buNone/>
            </a:pPr>
            <a:endParaRPr sz="2100" b="0" i="0" u="none" strike="noStrike" cap="none">
              <a:solidFill>
                <a:srgbClr val="222222"/>
              </a:solidFill>
              <a:highlight>
                <a:srgbClr val="FFFFFF"/>
              </a:highlight>
              <a:latin typeface="Times New Roman"/>
              <a:ea typeface="Times New Roman"/>
              <a:cs typeface="Times New Roman"/>
              <a:sym typeface="Times New Roman"/>
            </a:endParaRPr>
          </a:p>
          <a:p>
            <a:pPr marL="0" marR="0" lvl="0" indent="0" algn="l" rtl="0">
              <a:lnSpc>
                <a:spcPct val="115000"/>
              </a:lnSpc>
              <a:spcBef>
                <a:spcPts val="0"/>
              </a:spcBef>
              <a:spcAft>
                <a:spcPts val="0"/>
              </a:spcAft>
              <a:buClr>
                <a:schemeClr val="dk1"/>
              </a:buClr>
              <a:buSzPts val="1100"/>
              <a:buFont typeface="Arial"/>
              <a:buNone/>
            </a:pPr>
            <a:endParaRPr sz="2000" b="0" i="0" u="none" strike="noStrike" cap="none">
              <a:solidFill>
                <a:srgbClr val="222222"/>
              </a:solidFill>
              <a:highlight>
                <a:srgbClr val="FFFFFF"/>
              </a:highlight>
              <a:latin typeface="Times New Roman"/>
              <a:ea typeface="Times New Roman"/>
              <a:cs typeface="Times New Roman"/>
              <a:sym typeface="Times New Roman"/>
            </a:endParaRPr>
          </a:p>
          <a:p>
            <a:pPr marL="0" marR="0" lvl="0" indent="0" algn="l" rtl="0">
              <a:lnSpc>
                <a:spcPct val="115000"/>
              </a:lnSpc>
              <a:spcBef>
                <a:spcPts val="0"/>
              </a:spcBef>
              <a:spcAft>
                <a:spcPts val="0"/>
              </a:spcAft>
              <a:buClr>
                <a:schemeClr val="dk1"/>
              </a:buClr>
              <a:buSzPts val="1100"/>
              <a:buFont typeface="Arial"/>
              <a:buNone/>
            </a:pPr>
            <a:endParaRPr sz="2000" b="0" i="0" u="none" strike="noStrike" cap="none">
              <a:solidFill>
                <a:srgbClr val="222222"/>
              </a:solidFill>
              <a:highlight>
                <a:srgbClr val="FFFFFF"/>
              </a:highlight>
              <a:latin typeface="Times New Roman"/>
              <a:ea typeface="Times New Roman"/>
              <a:cs typeface="Times New Roman"/>
              <a:sym typeface="Times New Roman"/>
            </a:endParaRPr>
          </a:p>
          <a:p>
            <a:pPr marL="0" marR="0" lvl="0" indent="0" algn="l" rtl="0">
              <a:lnSpc>
                <a:spcPct val="115000"/>
              </a:lnSpc>
              <a:spcBef>
                <a:spcPts val="0"/>
              </a:spcBef>
              <a:spcAft>
                <a:spcPts val="0"/>
              </a:spcAft>
              <a:buClr>
                <a:schemeClr val="dk1"/>
              </a:buClr>
              <a:buSzPts val="1100"/>
              <a:buFont typeface="Arial"/>
              <a:buNone/>
            </a:pPr>
            <a:r>
              <a:rPr lang="en-US" sz="1900" b="0" i="0" u="none" strike="noStrike" cap="none">
                <a:solidFill>
                  <a:srgbClr val="222222"/>
                </a:solidFill>
                <a:highlight>
                  <a:srgbClr val="FFFFFF"/>
                </a:highlight>
                <a:latin typeface="Times New Roman"/>
                <a:ea typeface="Times New Roman"/>
                <a:cs typeface="Times New Roman"/>
                <a:sym typeface="Times New Roman"/>
              </a:rPr>
              <a:t> </a:t>
            </a:r>
            <a:endParaRPr sz="1900" b="0" i="0" u="none" strike="noStrike" cap="none">
              <a:solidFill>
                <a:srgbClr val="222222"/>
              </a:solidFill>
              <a:highlight>
                <a:srgbClr val="FFFFFF"/>
              </a:highlight>
              <a:latin typeface="Times New Roman"/>
              <a:ea typeface="Times New Roman"/>
              <a:cs typeface="Times New Roman"/>
              <a:sym typeface="Times New Roman"/>
            </a:endParaRPr>
          </a:p>
          <a:p>
            <a:pPr marL="0" marR="0" lvl="0" indent="0" algn="l" rtl="0">
              <a:lnSpc>
                <a:spcPct val="115000"/>
              </a:lnSpc>
              <a:spcBef>
                <a:spcPts val="0"/>
              </a:spcBef>
              <a:spcAft>
                <a:spcPts val="0"/>
              </a:spcAft>
              <a:buClr>
                <a:schemeClr val="dk1"/>
              </a:buClr>
              <a:buSzPts val="1100"/>
              <a:buFont typeface="Arial"/>
              <a:buNone/>
            </a:pPr>
            <a:endParaRPr sz="1100" b="0" i="0" u="none" strike="noStrike" cap="none">
              <a:solidFill>
                <a:srgbClr val="181818"/>
              </a:solidFill>
              <a:latin typeface="Arial"/>
              <a:ea typeface="Arial"/>
              <a:cs typeface="Arial"/>
              <a:sym typeface="Arial"/>
            </a:endParaRPr>
          </a:p>
          <a:p>
            <a:pPr marL="0" marR="0" lvl="0" indent="0" algn="l" rtl="0">
              <a:lnSpc>
                <a:spcPct val="115000"/>
              </a:lnSpc>
              <a:spcBef>
                <a:spcPts val="0"/>
              </a:spcBef>
              <a:spcAft>
                <a:spcPts val="0"/>
              </a:spcAft>
              <a:buClr>
                <a:schemeClr val="dk1"/>
              </a:buClr>
              <a:buSzPts val="1100"/>
              <a:buFont typeface="Arial"/>
              <a:buNone/>
            </a:pPr>
            <a:endParaRPr sz="2000" b="0" i="0" u="none" strike="noStrike" cap="none">
              <a:solidFill>
                <a:schemeClr val="dk1"/>
              </a:solidFill>
              <a:latin typeface="Arial"/>
              <a:ea typeface="Arial"/>
              <a:cs typeface="Arial"/>
              <a:sym typeface="Arial"/>
            </a:endParaRPr>
          </a:p>
          <a:p>
            <a:pPr marL="0" marR="0" lvl="0" indent="0" algn="l" rtl="0">
              <a:lnSpc>
                <a:spcPct val="115000"/>
              </a:lnSpc>
              <a:spcBef>
                <a:spcPts val="0"/>
              </a:spcBef>
              <a:spcAft>
                <a:spcPts val="0"/>
              </a:spcAft>
              <a:buClr>
                <a:schemeClr val="dk1"/>
              </a:buClr>
              <a:buSzPts val="1100"/>
              <a:buFont typeface="Arial"/>
              <a:buNone/>
            </a:pPr>
            <a:endParaRPr sz="2000" b="0" i="0" u="none" strike="noStrike" cap="none">
              <a:solidFill>
                <a:schemeClr val="dk1"/>
              </a:solidFill>
              <a:latin typeface="Times New Roman"/>
              <a:ea typeface="Times New Roman"/>
              <a:cs typeface="Times New Roman"/>
              <a:sym typeface="Times New Roman"/>
            </a:endParaRPr>
          </a:p>
          <a:p>
            <a:pPr marL="0" marR="0" lvl="0" indent="0" algn="l" rtl="0">
              <a:lnSpc>
                <a:spcPct val="115000"/>
              </a:lnSpc>
              <a:spcBef>
                <a:spcPts val="0"/>
              </a:spcBef>
              <a:spcAft>
                <a:spcPts val="0"/>
              </a:spcAft>
              <a:buClr>
                <a:schemeClr val="dk1"/>
              </a:buClr>
              <a:buSzPts val="1100"/>
              <a:buFont typeface="Arial"/>
              <a:buNone/>
            </a:pPr>
            <a:endParaRPr sz="2000" b="0" i="0" u="none" strike="noStrike" cap="none">
              <a:solidFill>
                <a:schemeClr val="dk1"/>
              </a:solidFill>
              <a:latin typeface="Arial"/>
              <a:ea typeface="Arial"/>
              <a:cs typeface="Arial"/>
              <a:sym typeface="Arial"/>
            </a:endParaRPr>
          </a:p>
          <a:p>
            <a:pPr marL="0" marR="0" lvl="0" indent="0" algn="l" rtl="0">
              <a:lnSpc>
                <a:spcPct val="115000"/>
              </a:lnSpc>
              <a:spcBef>
                <a:spcPts val="0"/>
              </a:spcBef>
              <a:spcAft>
                <a:spcPts val="0"/>
              </a:spcAft>
              <a:buClr>
                <a:schemeClr val="dk1"/>
              </a:buClr>
              <a:buSzPts val="1100"/>
              <a:buFont typeface="Arial"/>
              <a:buNone/>
            </a:pPr>
            <a:endParaRPr sz="18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2400"/>
              <a:buFont typeface="Arial"/>
              <a:buNone/>
            </a:pPr>
            <a:endParaRPr sz="1800" b="0" i="0" u="none" strike="noStrike" cap="none">
              <a:solidFill>
                <a:schemeClr val="dk1"/>
              </a:solidFill>
              <a:latin typeface="Arial"/>
              <a:ea typeface="Arial"/>
              <a:cs typeface="Arial"/>
              <a:sym typeface="Arial"/>
            </a:endParaRPr>
          </a:p>
          <a:p>
            <a:pPr marL="0" marR="0" lvl="0" indent="0" algn="l" rtl="0">
              <a:lnSpc>
                <a:spcPct val="115000"/>
              </a:lnSpc>
              <a:spcBef>
                <a:spcPts val="0"/>
              </a:spcBef>
              <a:spcAft>
                <a:spcPts val="0"/>
              </a:spcAft>
              <a:buClr>
                <a:schemeClr val="dk1"/>
              </a:buClr>
              <a:buSzPts val="1100"/>
              <a:buFont typeface="Arial"/>
              <a:buNone/>
            </a:pPr>
            <a:r>
              <a:rPr lang="en-US" sz="2000" b="0" i="0" u="none" strike="noStrike" cap="none">
                <a:solidFill>
                  <a:schemeClr val="dk1"/>
                </a:solidFill>
                <a:latin typeface="Arial"/>
                <a:ea typeface="Arial"/>
                <a:cs typeface="Arial"/>
                <a:sym typeface="Arial"/>
              </a:rPr>
              <a:t>	</a:t>
            </a:r>
            <a:endParaRPr sz="20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18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0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0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000" b="0" i="0" u="none" strike="noStrike" cap="none">
              <a:solidFill>
                <a:srgbClr val="000000"/>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1400"/>
              <a:buFont typeface="Times New Roman"/>
              <a:buNone/>
            </a:pPr>
            <a:endParaRPr sz="1400" b="0" i="0" u="none" strike="noStrike" cap="none">
              <a:solidFill>
                <a:srgbClr val="000000"/>
              </a:solidFill>
              <a:latin typeface="Arial"/>
              <a:ea typeface="Arial"/>
              <a:cs typeface="Arial"/>
              <a:sym typeface="Arial"/>
            </a:endParaRPr>
          </a:p>
        </p:txBody>
      </p:sp>
      <p:sp>
        <p:nvSpPr>
          <p:cNvPr id="249" name="Google Shape;249;g2b43d7599d0_4_9"/>
          <p:cNvSpPr txBox="1">
            <a:spLocks noGrp="1"/>
          </p:cNvSpPr>
          <p:nvPr>
            <p:ph type="sldNum" idx="12"/>
          </p:nvPr>
        </p:nvSpPr>
        <p:spPr>
          <a:xfrm>
            <a:off x="11095216" y="6414769"/>
            <a:ext cx="258600" cy="276900"/>
          </a:xfrm>
          <a:prstGeom prst="rect">
            <a:avLst/>
          </a:prstGeom>
          <a:noFill/>
          <a:ln>
            <a:noFill/>
          </a:ln>
        </p:spPr>
        <p:txBody>
          <a:bodyPr spcFirstLastPara="1" wrap="square" lIns="45675" tIns="45675" rIns="45675" bIns="45675" anchor="ctr" anchorCtr="0">
            <a:spAutoFit/>
          </a:bodyPr>
          <a:lstStyle/>
          <a:p>
            <a:pPr marL="0" lvl="0" indent="0" algn="r" rtl="0">
              <a:lnSpc>
                <a:spcPct val="100000"/>
              </a:lnSpc>
              <a:spcBef>
                <a:spcPts val="0"/>
              </a:spcBef>
              <a:spcAft>
                <a:spcPts val="0"/>
              </a:spcAft>
              <a:buClr>
                <a:srgbClr val="888888"/>
              </a:buClr>
              <a:buSzPts val="1200"/>
              <a:buFont typeface="Calibri"/>
              <a:buNone/>
            </a:pPr>
            <a:fld id="{00000000-1234-1234-1234-123412341234}" type="slidenum">
              <a:rPr lang="en-US" sz="1200">
                <a:solidFill>
                  <a:srgbClr val="888888"/>
                </a:solidFill>
                <a:latin typeface="Calibri"/>
                <a:ea typeface="Calibri"/>
                <a:cs typeface="Calibri"/>
                <a:sym typeface="Calibri"/>
              </a:rPr>
              <a:t>19</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53"/>
        <p:cNvGrpSpPr/>
        <p:nvPr/>
      </p:nvGrpSpPr>
      <p:grpSpPr>
        <a:xfrm>
          <a:off x="0" y="0"/>
          <a:ext cx="0" cy="0"/>
          <a:chOff x="0" y="0"/>
          <a:chExt cx="0" cy="0"/>
        </a:xfrm>
      </p:grpSpPr>
      <p:sp>
        <p:nvSpPr>
          <p:cNvPr id="254" name="Google Shape;254;g2b43d7599d0_4_28"/>
          <p:cNvSpPr txBox="1"/>
          <p:nvPr/>
        </p:nvSpPr>
        <p:spPr>
          <a:xfrm>
            <a:off x="233674" y="2349949"/>
            <a:ext cx="11399400" cy="708000"/>
          </a:xfrm>
          <a:prstGeom prst="rect">
            <a:avLst/>
          </a:prstGeom>
          <a:noFill/>
          <a:ln>
            <a:noFill/>
          </a:ln>
        </p:spPr>
        <p:txBody>
          <a:bodyPr spcFirstLastPara="1" wrap="square" lIns="45675" tIns="45675" rIns="45675" bIns="45675" anchor="t" anchorCtr="0">
            <a:spAutoFit/>
          </a:bodyPr>
          <a:lstStyle/>
          <a:p>
            <a:pPr marL="0" marR="0" lvl="0" indent="0" algn="just" rtl="0">
              <a:lnSpc>
                <a:spcPct val="100000"/>
              </a:lnSpc>
              <a:spcBef>
                <a:spcPts val="0"/>
              </a:spcBef>
              <a:spcAft>
                <a:spcPts val="0"/>
              </a:spcAft>
              <a:buClr>
                <a:srgbClr val="000000"/>
              </a:buClr>
              <a:buSzPts val="2000"/>
              <a:buFont typeface="Times New Roman"/>
              <a:buNone/>
            </a:pPr>
            <a:endParaRPr sz="2000" b="0" i="0" u="none" strike="noStrike" cap="none">
              <a:solidFill>
                <a:srgbClr val="000000"/>
              </a:solidFill>
              <a:latin typeface="Times New Roman"/>
              <a:ea typeface="Times New Roman"/>
              <a:cs typeface="Times New Roman"/>
              <a:sym typeface="Times New Roman"/>
            </a:endParaRPr>
          </a:p>
          <a:p>
            <a:pPr marL="457200" marR="0" lvl="0" indent="-330200" algn="just" rtl="0">
              <a:lnSpc>
                <a:spcPct val="100000"/>
              </a:lnSpc>
              <a:spcBef>
                <a:spcPts val="0"/>
              </a:spcBef>
              <a:spcAft>
                <a:spcPts val="0"/>
              </a:spcAft>
              <a:buClr>
                <a:srgbClr val="000000"/>
              </a:buClr>
              <a:buSzPts val="2000"/>
              <a:buFont typeface="Times New Roman"/>
              <a:buNone/>
            </a:pPr>
            <a:endParaRPr sz="2000" b="0" i="0" u="none" strike="noStrike" cap="none">
              <a:solidFill>
                <a:srgbClr val="000000"/>
              </a:solidFill>
              <a:latin typeface="Times New Roman"/>
              <a:ea typeface="Times New Roman"/>
              <a:cs typeface="Times New Roman"/>
              <a:sym typeface="Times New Roman"/>
            </a:endParaRPr>
          </a:p>
        </p:txBody>
      </p:sp>
      <p:pic>
        <p:nvPicPr>
          <p:cNvPr id="255" name="Google Shape;255;g2b43d7599d0_4_28" descr="Google Shape;260;p17"/>
          <p:cNvPicPr preferRelativeResize="0"/>
          <p:nvPr/>
        </p:nvPicPr>
        <p:blipFill rotWithShape="1">
          <a:blip r:embed="rId3">
            <a:alphaModFix/>
          </a:blip>
          <a:srcRect/>
          <a:stretch/>
        </p:blipFill>
        <p:spPr>
          <a:xfrm>
            <a:off x="112598" y="369118"/>
            <a:ext cx="1219201" cy="1144589"/>
          </a:xfrm>
          <a:prstGeom prst="rect">
            <a:avLst/>
          </a:prstGeom>
          <a:noFill/>
          <a:ln>
            <a:noFill/>
          </a:ln>
        </p:spPr>
      </p:pic>
      <p:sp>
        <p:nvSpPr>
          <p:cNvPr id="256" name="Google Shape;256;g2b43d7599d0_4_28"/>
          <p:cNvSpPr txBox="1"/>
          <p:nvPr/>
        </p:nvSpPr>
        <p:spPr>
          <a:xfrm>
            <a:off x="1420402" y="530052"/>
            <a:ext cx="10659000" cy="1108200"/>
          </a:xfrm>
          <a:prstGeom prst="rect">
            <a:avLst/>
          </a:prstGeom>
          <a:noFill/>
          <a:ln>
            <a:noFill/>
          </a:ln>
        </p:spPr>
        <p:txBody>
          <a:bodyPr spcFirstLastPara="1" wrap="square" lIns="45675" tIns="45675" rIns="45675" bIns="45675" anchor="t" anchorCtr="0">
            <a:spAutoFit/>
          </a:bodyPr>
          <a:lstStyle/>
          <a:p>
            <a:pPr marL="0" marR="0" lvl="0" indent="0" algn="ctr" rtl="0">
              <a:lnSpc>
                <a:spcPct val="100000"/>
              </a:lnSpc>
              <a:spcBef>
                <a:spcPts val="0"/>
              </a:spcBef>
              <a:spcAft>
                <a:spcPts val="0"/>
              </a:spcAft>
              <a:buClr>
                <a:srgbClr val="000000"/>
              </a:buClr>
              <a:buSzPts val="2200"/>
              <a:buFont typeface="Arial Rounded"/>
              <a:buNone/>
            </a:pPr>
            <a:r>
              <a:rPr lang="en-US" sz="2200" b="1" i="0" u="none" strike="noStrike" cap="none" dirty="0">
                <a:solidFill>
                  <a:srgbClr val="000000"/>
                </a:solidFill>
                <a:latin typeface="Arial Rounded"/>
                <a:ea typeface="Arial Rounded"/>
                <a:cs typeface="Arial Rounded"/>
                <a:sym typeface="Arial Rounded"/>
              </a:rPr>
              <a:t>GOKARAJU RANGARAJU INSTITUTE OF ENGINEERING AND TECHNOLOGY</a:t>
            </a:r>
            <a:endParaRPr sz="1400" b="0"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Rounded"/>
              <a:buNone/>
            </a:pPr>
            <a:r>
              <a:rPr lang="en-US" sz="2200" b="1" i="0" u="none" strike="noStrike" cap="none" dirty="0">
                <a:solidFill>
                  <a:srgbClr val="000000"/>
                </a:solidFill>
                <a:latin typeface="Arial Rounded"/>
                <a:ea typeface="Arial Rounded"/>
                <a:cs typeface="Arial Rounded"/>
                <a:sym typeface="Arial Rounded"/>
              </a:rPr>
              <a:t>Department of Computer Science and Engineering</a:t>
            </a:r>
            <a:endParaRPr sz="2200" b="1" i="0" u="none" strike="noStrike" cap="none" dirty="0">
              <a:solidFill>
                <a:srgbClr val="000000"/>
              </a:solidFill>
              <a:latin typeface="Arial Rounded"/>
              <a:ea typeface="Arial Rounded"/>
              <a:cs typeface="Arial Rounded"/>
              <a:sym typeface="Arial Rounded"/>
            </a:endParaRPr>
          </a:p>
          <a:p>
            <a:pPr marL="0" marR="0" lvl="0" indent="0" algn="l" rtl="0">
              <a:lnSpc>
                <a:spcPct val="100000"/>
              </a:lnSpc>
              <a:spcBef>
                <a:spcPts val="0"/>
              </a:spcBef>
              <a:spcAft>
                <a:spcPts val="0"/>
              </a:spcAft>
              <a:buClr>
                <a:schemeClr val="dk1"/>
              </a:buClr>
              <a:buSzPts val="2200"/>
              <a:buFont typeface="Arial Rounded"/>
              <a:buNone/>
            </a:pPr>
            <a:r>
              <a:rPr lang="en-US" sz="1400" b="0" i="0" u="none" strike="noStrike" cap="none" dirty="0">
                <a:solidFill>
                  <a:schemeClr val="dk1"/>
                </a:solidFill>
                <a:latin typeface="Arial"/>
                <a:ea typeface="Arial"/>
                <a:cs typeface="Arial"/>
                <a:sym typeface="Arial"/>
              </a:rPr>
              <a:t>                                                               </a:t>
            </a:r>
            <a:r>
              <a:rPr lang="en-US" sz="2200" b="1" i="0" u="none" strike="noStrike" cap="none" dirty="0">
                <a:solidFill>
                  <a:schemeClr val="dk1"/>
                </a:solidFill>
                <a:latin typeface="Arial Rounded"/>
                <a:ea typeface="Arial Rounded"/>
                <a:cs typeface="Arial Rounded"/>
                <a:sym typeface="Arial Rounded"/>
              </a:rPr>
              <a:t>MAJOR Project Phase-II Review-</a:t>
            </a:r>
            <a:r>
              <a:rPr lang="en-US" sz="2200" b="1" dirty="0">
                <a:solidFill>
                  <a:schemeClr val="dk1"/>
                </a:solidFill>
                <a:latin typeface="Arial Rounded"/>
                <a:ea typeface="Arial Rounded"/>
                <a:cs typeface="Arial Rounded"/>
                <a:sym typeface="Arial Rounded"/>
              </a:rPr>
              <a:t>2</a:t>
            </a:r>
            <a:endParaRPr sz="2200" b="1" i="0" u="none" strike="noStrike" cap="none" dirty="0">
              <a:solidFill>
                <a:srgbClr val="000000"/>
              </a:solidFill>
              <a:latin typeface="Arial Rounded"/>
              <a:ea typeface="Arial Rounded"/>
              <a:cs typeface="Arial Rounded"/>
              <a:sym typeface="Arial Rounded"/>
            </a:endParaRPr>
          </a:p>
        </p:txBody>
      </p:sp>
      <p:sp>
        <p:nvSpPr>
          <p:cNvPr id="257" name="Google Shape;257;g2b43d7599d0_4_28"/>
          <p:cNvSpPr txBox="1"/>
          <p:nvPr/>
        </p:nvSpPr>
        <p:spPr>
          <a:xfrm>
            <a:off x="182860" y="1210424"/>
            <a:ext cx="11826300" cy="13085700"/>
          </a:xfrm>
          <a:prstGeom prst="rect">
            <a:avLst/>
          </a:prstGeom>
          <a:noFill/>
          <a:ln>
            <a:noFill/>
          </a:ln>
        </p:spPr>
        <p:txBody>
          <a:bodyPr spcFirstLastPara="1" wrap="square" lIns="45675" tIns="45675" rIns="45675" bIns="45675" anchor="t" anchorCtr="0">
            <a:spAutoFit/>
          </a:bodyPr>
          <a:lstStyle/>
          <a:p>
            <a:pPr marL="0" marR="0" lvl="0" indent="0" algn="l" rtl="0">
              <a:lnSpc>
                <a:spcPct val="100000"/>
              </a:lnSpc>
              <a:spcBef>
                <a:spcPts val="0"/>
              </a:spcBef>
              <a:spcAft>
                <a:spcPts val="0"/>
              </a:spcAft>
              <a:buClr>
                <a:srgbClr val="000000"/>
              </a:buClr>
              <a:buSzPts val="2800"/>
              <a:buFont typeface="Times New Roman"/>
              <a:buNone/>
            </a:pPr>
            <a:endParaRPr sz="2800" b="1" i="0" u="none" strike="noStrike" cap="none">
              <a:solidFill>
                <a:srgbClr val="000000"/>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2800"/>
              <a:buFont typeface="Times New Roman"/>
              <a:buNone/>
            </a:pPr>
            <a:r>
              <a:rPr lang="en-US" sz="2800" b="1" i="0" u="none" strike="noStrike" cap="none">
                <a:solidFill>
                  <a:srgbClr val="000000"/>
                </a:solidFill>
                <a:latin typeface="Times New Roman"/>
                <a:ea typeface="Times New Roman"/>
                <a:cs typeface="Times New Roman"/>
                <a:sym typeface="Times New Roman"/>
              </a:rPr>
              <a:t>References</a:t>
            </a:r>
            <a:r>
              <a:rPr lang="en-US" sz="2800" b="1" i="0" u="none" strike="noStrike" cap="none">
                <a:solidFill>
                  <a:srgbClr val="000000"/>
                </a:solidFill>
                <a:latin typeface="Arial"/>
                <a:ea typeface="Arial"/>
                <a:cs typeface="Arial"/>
                <a:sym typeface="Arial"/>
              </a:rPr>
              <a:t>:</a:t>
            </a:r>
            <a:endParaRPr sz="2800" b="1"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800"/>
              <a:buFont typeface="Times New Roman"/>
              <a:buNone/>
            </a:pPr>
            <a:endParaRPr sz="2800" b="1" i="0" u="none" strike="noStrike" cap="none">
              <a:solidFill>
                <a:srgbClr val="000000"/>
              </a:solidFill>
              <a:latin typeface="Arial"/>
              <a:ea typeface="Arial"/>
              <a:cs typeface="Arial"/>
              <a:sym typeface="Arial"/>
            </a:endParaRPr>
          </a:p>
          <a:p>
            <a:pPr marL="0" marR="0" lvl="0" indent="0" algn="l" rtl="0">
              <a:lnSpc>
                <a:spcPct val="115000"/>
              </a:lnSpc>
              <a:spcBef>
                <a:spcPts val="0"/>
              </a:spcBef>
              <a:spcAft>
                <a:spcPts val="0"/>
              </a:spcAft>
              <a:buClr>
                <a:schemeClr val="dk1"/>
              </a:buClr>
              <a:buSzPts val="1100"/>
              <a:buFont typeface="Arial"/>
              <a:buNone/>
            </a:pPr>
            <a:r>
              <a:rPr lang="en-US" sz="2000" b="0" i="0" u="none" strike="noStrike" cap="none">
                <a:solidFill>
                  <a:schemeClr val="dk1"/>
                </a:solidFill>
                <a:latin typeface="Times New Roman"/>
                <a:ea typeface="Times New Roman"/>
                <a:cs typeface="Times New Roman"/>
                <a:sym typeface="Times New Roman"/>
              </a:rPr>
              <a:t>12. Coquenet, Denis &amp; Chatelain, Clement &amp; Paquet, Thierry. (2020). End-to-end Handwritten Paragraph Text Recognition Using a Vertical Attention Network.</a:t>
            </a:r>
            <a:endParaRPr sz="2000" b="0" i="0" u="none" strike="noStrike" cap="none">
              <a:solidFill>
                <a:schemeClr val="dk1"/>
              </a:solidFill>
              <a:latin typeface="Times New Roman"/>
              <a:ea typeface="Times New Roman"/>
              <a:cs typeface="Times New Roman"/>
              <a:sym typeface="Times New Roman"/>
            </a:endParaRPr>
          </a:p>
          <a:p>
            <a:pPr marL="0" marR="0" lvl="0" indent="0" algn="l" rtl="0">
              <a:lnSpc>
                <a:spcPct val="115000"/>
              </a:lnSpc>
              <a:spcBef>
                <a:spcPts val="0"/>
              </a:spcBef>
              <a:spcAft>
                <a:spcPts val="0"/>
              </a:spcAft>
              <a:buClr>
                <a:schemeClr val="dk1"/>
              </a:buClr>
              <a:buSzPts val="1100"/>
              <a:buFont typeface="Arial"/>
              <a:buNone/>
            </a:pPr>
            <a:endParaRPr sz="2000" b="0" i="0" u="none" strike="noStrike" cap="none">
              <a:solidFill>
                <a:schemeClr val="dk1"/>
              </a:solidFill>
              <a:latin typeface="Times New Roman"/>
              <a:ea typeface="Times New Roman"/>
              <a:cs typeface="Times New Roman"/>
              <a:sym typeface="Times New Roman"/>
            </a:endParaRPr>
          </a:p>
          <a:p>
            <a:pPr marL="0" marR="0" lvl="0" indent="0" algn="l" rtl="0">
              <a:lnSpc>
                <a:spcPct val="115000"/>
              </a:lnSpc>
              <a:spcBef>
                <a:spcPts val="0"/>
              </a:spcBef>
              <a:spcAft>
                <a:spcPts val="0"/>
              </a:spcAft>
              <a:buClr>
                <a:schemeClr val="dk1"/>
              </a:buClr>
              <a:buSzPts val="1100"/>
              <a:buFont typeface="Arial"/>
              <a:buNone/>
            </a:pPr>
            <a:r>
              <a:rPr lang="en-US" sz="2000" b="0" i="0" u="none" strike="noStrike" cap="none">
                <a:solidFill>
                  <a:schemeClr val="dk1"/>
                </a:solidFill>
                <a:latin typeface="Times New Roman"/>
                <a:ea typeface="Times New Roman"/>
                <a:cs typeface="Times New Roman"/>
                <a:sym typeface="Times New Roman"/>
              </a:rPr>
              <a:t>13. </a:t>
            </a:r>
            <a:r>
              <a:rPr lang="en-US" sz="2000" b="0" i="0" u="none" strike="noStrike" cap="none">
                <a:solidFill>
                  <a:srgbClr val="1F1F1F"/>
                </a:solidFill>
                <a:highlight>
                  <a:srgbClr val="FFFFFF"/>
                </a:highlight>
                <a:latin typeface="Times New Roman"/>
                <a:ea typeface="Times New Roman"/>
                <a:cs typeface="Times New Roman"/>
                <a:sym typeface="Times New Roman"/>
              </a:rPr>
              <a:t>Ganji, T., Sekhar Velpuru, M., and Dugyala, R., “Multi Variant Handwritten Telugu Character Recognition Using Transfer Learning”, in &lt;i&gt;Materials Science and Engineering Conference Series&lt;/i&gt;, 2021, vol. 1042, no. 1, p. 012026. doi:10.1088/1757-899X/1042/1/012026.</a:t>
            </a:r>
            <a:endParaRPr sz="2000" b="0" i="0" u="none" strike="noStrike" cap="none">
              <a:solidFill>
                <a:srgbClr val="1F1F1F"/>
              </a:solidFill>
              <a:highlight>
                <a:srgbClr val="FFFFFF"/>
              </a:highlight>
              <a:latin typeface="Times New Roman"/>
              <a:ea typeface="Times New Roman"/>
              <a:cs typeface="Times New Roman"/>
              <a:sym typeface="Times New Roman"/>
            </a:endParaRPr>
          </a:p>
          <a:p>
            <a:pPr marL="0" marR="0" lvl="0" indent="0" algn="l" rtl="0">
              <a:lnSpc>
                <a:spcPct val="115000"/>
              </a:lnSpc>
              <a:spcBef>
                <a:spcPts val="0"/>
              </a:spcBef>
              <a:spcAft>
                <a:spcPts val="0"/>
              </a:spcAft>
              <a:buClr>
                <a:schemeClr val="dk1"/>
              </a:buClr>
              <a:buSzPts val="1100"/>
              <a:buFont typeface="Arial"/>
              <a:buNone/>
            </a:pPr>
            <a:r>
              <a:rPr lang="en-US" sz="2000" b="0" i="0" u="none" strike="noStrike" cap="none">
                <a:solidFill>
                  <a:srgbClr val="1F1F1F"/>
                </a:solidFill>
                <a:highlight>
                  <a:srgbClr val="FFFFFF"/>
                </a:highlight>
                <a:latin typeface="Times New Roman"/>
                <a:ea typeface="Times New Roman"/>
                <a:cs typeface="Times New Roman"/>
                <a:sym typeface="Times New Roman"/>
              </a:rPr>
              <a:t> </a:t>
            </a:r>
            <a:endParaRPr sz="2000" b="0" i="0" u="none" strike="noStrike" cap="none">
              <a:solidFill>
                <a:srgbClr val="1F1F1F"/>
              </a:solidFill>
              <a:highlight>
                <a:srgbClr val="FFFFFF"/>
              </a:highlight>
              <a:latin typeface="Times New Roman"/>
              <a:ea typeface="Times New Roman"/>
              <a:cs typeface="Times New Roman"/>
              <a:sym typeface="Times New Roman"/>
            </a:endParaRPr>
          </a:p>
          <a:p>
            <a:pPr marL="0" marR="0" lvl="0" indent="0" algn="l" rtl="0">
              <a:lnSpc>
                <a:spcPct val="115000"/>
              </a:lnSpc>
              <a:spcBef>
                <a:spcPts val="0"/>
              </a:spcBef>
              <a:spcAft>
                <a:spcPts val="0"/>
              </a:spcAft>
              <a:buClr>
                <a:schemeClr val="dk1"/>
              </a:buClr>
              <a:buSzPts val="1100"/>
              <a:buFont typeface="Arial"/>
              <a:buNone/>
            </a:pPr>
            <a:r>
              <a:rPr lang="en-US" sz="2000" b="0" i="0" u="none" strike="noStrike" cap="none">
                <a:solidFill>
                  <a:srgbClr val="1F1F1F"/>
                </a:solidFill>
                <a:highlight>
                  <a:srgbClr val="FFFFFF"/>
                </a:highlight>
                <a:latin typeface="Times New Roman"/>
                <a:ea typeface="Times New Roman"/>
                <a:cs typeface="Times New Roman"/>
                <a:sym typeface="Times New Roman"/>
              </a:rPr>
              <a:t>14. </a:t>
            </a:r>
            <a:r>
              <a:rPr lang="en-US" sz="2000" b="0" i="0" u="none" strike="noStrike" cap="none">
                <a:solidFill>
                  <a:schemeClr val="dk1"/>
                </a:solidFill>
                <a:latin typeface="Times New Roman"/>
                <a:ea typeface="Times New Roman"/>
                <a:cs typeface="Times New Roman"/>
                <a:sym typeface="Times New Roman"/>
              </a:rPr>
              <a:t>Mathew, Minesh, and C. V. Jawahar. "An empirical study of CTC based models for OCR of Indian languages." arXiv preprint arXiv:2205.06740 (2022).</a:t>
            </a:r>
            <a:endParaRPr sz="2000" b="0" i="0" u="none" strike="noStrike" cap="none">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2800"/>
              <a:buFont typeface="Times New Roman"/>
              <a:buNone/>
            </a:pPr>
            <a:r>
              <a:rPr lang="en-US" sz="2800" b="0" i="0" u="none" strike="noStrike" cap="none">
                <a:solidFill>
                  <a:srgbClr val="000000"/>
                </a:solidFill>
                <a:latin typeface="Arial"/>
                <a:ea typeface="Arial"/>
                <a:cs typeface="Arial"/>
                <a:sym typeface="Arial"/>
              </a:rPr>
              <a:t> </a:t>
            </a:r>
            <a:endParaRPr sz="2800" b="0" i="0" u="none" strike="noStrike" cap="none">
              <a:solidFill>
                <a:srgbClr val="000000"/>
              </a:solidFill>
              <a:latin typeface="Arial"/>
              <a:ea typeface="Arial"/>
              <a:cs typeface="Arial"/>
              <a:sym typeface="Arial"/>
            </a:endParaRPr>
          </a:p>
          <a:p>
            <a:pPr marL="0" marR="0" lvl="0" indent="0" algn="l" rtl="0">
              <a:lnSpc>
                <a:spcPct val="115000"/>
              </a:lnSpc>
              <a:spcBef>
                <a:spcPts val="0"/>
              </a:spcBef>
              <a:spcAft>
                <a:spcPts val="0"/>
              </a:spcAft>
              <a:buClr>
                <a:schemeClr val="dk1"/>
              </a:buClr>
              <a:buSzPts val="1100"/>
              <a:buFont typeface="Arial"/>
              <a:buNone/>
            </a:pPr>
            <a:r>
              <a:rPr lang="en-US" sz="2000" b="0" i="0" u="none" strike="noStrike" cap="none">
                <a:solidFill>
                  <a:srgbClr val="1F1F1F"/>
                </a:solidFill>
                <a:highlight>
                  <a:schemeClr val="lt1"/>
                </a:highlight>
                <a:latin typeface="Times New Roman"/>
                <a:ea typeface="Times New Roman"/>
                <a:cs typeface="Times New Roman"/>
                <a:sym typeface="Times New Roman"/>
              </a:rPr>
              <a:t>15. Trippe, Theophil, et al. "Let's enhance: A deep learning approach to extreme deblurring of text images." arXiv preprint arXiv:2211.10103 (2022).</a:t>
            </a:r>
            <a:endParaRPr sz="2000" b="0" i="0" u="none" strike="noStrike" cap="none">
              <a:solidFill>
                <a:srgbClr val="000000"/>
              </a:solidFill>
              <a:latin typeface="Times New Roman"/>
              <a:ea typeface="Times New Roman"/>
              <a:cs typeface="Times New Roman"/>
              <a:sym typeface="Times New Roman"/>
            </a:endParaRPr>
          </a:p>
          <a:p>
            <a:pPr marL="0" marR="0" lvl="0" indent="0" algn="l" rtl="0">
              <a:lnSpc>
                <a:spcPct val="115000"/>
              </a:lnSpc>
              <a:spcBef>
                <a:spcPts val="0"/>
              </a:spcBef>
              <a:spcAft>
                <a:spcPts val="0"/>
              </a:spcAft>
              <a:buClr>
                <a:schemeClr val="dk1"/>
              </a:buClr>
              <a:buSzPts val="1100"/>
              <a:buFont typeface="Arial"/>
              <a:buNone/>
            </a:pPr>
            <a:endParaRPr sz="2800" b="0" i="0" u="none" strike="noStrike" cap="none">
              <a:solidFill>
                <a:srgbClr val="000000"/>
              </a:solidFill>
              <a:latin typeface="Arial"/>
              <a:ea typeface="Arial"/>
              <a:cs typeface="Arial"/>
              <a:sym typeface="Arial"/>
            </a:endParaRPr>
          </a:p>
          <a:p>
            <a:pPr marL="0" marR="0" lvl="0" indent="0" algn="l" rtl="0">
              <a:lnSpc>
                <a:spcPct val="115000"/>
              </a:lnSpc>
              <a:spcBef>
                <a:spcPts val="0"/>
              </a:spcBef>
              <a:spcAft>
                <a:spcPts val="0"/>
              </a:spcAft>
              <a:buClr>
                <a:schemeClr val="dk1"/>
              </a:buClr>
              <a:buSzPts val="1100"/>
              <a:buFont typeface="Arial"/>
              <a:buNone/>
            </a:pPr>
            <a:endParaRPr sz="2100" b="0" i="0" u="none" strike="noStrike" cap="none">
              <a:solidFill>
                <a:srgbClr val="1F1F1F"/>
              </a:solidFill>
              <a:highlight>
                <a:srgbClr val="FFFFFF"/>
              </a:highlight>
              <a:latin typeface="Arial"/>
              <a:ea typeface="Arial"/>
              <a:cs typeface="Arial"/>
              <a:sym typeface="Arial"/>
            </a:endParaRPr>
          </a:p>
          <a:p>
            <a:pPr marL="0" marR="0" lvl="0" indent="0" algn="l" rtl="0">
              <a:lnSpc>
                <a:spcPct val="115000"/>
              </a:lnSpc>
              <a:spcBef>
                <a:spcPts val="0"/>
              </a:spcBef>
              <a:spcAft>
                <a:spcPts val="0"/>
              </a:spcAft>
              <a:buClr>
                <a:schemeClr val="dk1"/>
              </a:buClr>
              <a:buSzPts val="1100"/>
              <a:buFont typeface="Arial"/>
              <a:buNone/>
            </a:pPr>
            <a:endParaRPr sz="2000" b="0" i="0" u="none" strike="noStrike" cap="none">
              <a:solidFill>
                <a:srgbClr val="1F1F1F"/>
              </a:solidFill>
              <a:highlight>
                <a:srgbClr val="FFFFFF"/>
              </a:highlight>
              <a:latin typeface="Times New Roman"/>
              <a:ea typeface="Times New Roman"/>
              <a:cs typeface="Times New Roman"/>
              <a:sym typeface="Times New Roman"/>
            </a:endParaRPr>
          </a:p>
          <a:p>
            <a:pPr marL="0" marR="0" lvl="0" indent="0" algn="l" rtl="0">
              <a:lnSpc>
                <a:spcPct val="115000"/>
              </a:lnSpc>
              <a:spcBef>
                <a:spcPts val="0"/>
              </a:spcBef>
              <a:spcAft>
                <a:spcPts val="0"/>
              </a:spcAft>
              <a:buClr>
                <a:schemeClr val="dk1"/>
              </a:buClr>
              <a:buSzPts val="1100"/>
              <a:buFont typeface="Arial"/>
              <a:buNone/>
            </a:pPr>
            <a:endParaRPr sz="2100" b="0" i="0" u="none" strike="noStrike" cap="none">
              <a:solidFill>
                <a:srgbClr val="1F1F1F"/>
              </a:solidFill>
              <a:highlight>
                <a:schemeClr val="lt1"/>
              </a:highlight>
              <a:latin typeface="Times New Roman"/>
              <a:ea typeface="Times New Roman"/>
              <a:cs typeface="Times New Roman"/>
              <a:sym typeface="Times New Roman"/>
            </a:endParaRPr>
          </a:p>
          <a:p>
            <a:pPr marL="0" marR="0" lvl="0" indent="0" algn="l" rtl="0">
              <a:lnSpc>
                <a:spcPct val="115000"/>
              </a:lnSpc>
              <a:spcBef>
                <a:spcPts val="0"/>
              </a:spcBef>
              <a:spcAft>
                <a:spcPts val="0"/>
              </a:spcAft>
              <a:buClr>
                <a:schemeClr val="dk1"/>
              </a:buClr>
              <a:buSzPts val="1100"/>
              <a:buFont typeface="Arial"/>
              <a:buNone/>
            </a:pPr>
            <a:endParaRPr sz="2100" b="0" i="0" u="none" strike="noStrike" cap="none">
              <a:solidFill>
                <a:srgbClr val="222222"/>
              </a:solidFill>
              <a:highlight>
                <a:srgbClr val="FFFFFF"/>
              </a:highlight>
              <a:latin typeface="Times New Roman"/>
              <a:ea typeface="Times New Roman"/>
              <a:cs typeface="Times New Roman"/>
              <a:sym typeface="Times New Roman"/>
            </a:endParaRPr>
          </a:p>
          <a:p>
            <a:pPr marL="0" marR="0" lvl="0" indent="0" algn="l" rtl="0">
              <a:lnSpc>
                <a:spcPct val="115000"/>
              </a:lnSpc>
              <a:spcBef>
                <a:spcPts val="0"/>
              </a:spcBef>
              <a:spcAft>
                <a:spcPts val="0"/>
              </a:spcAft>
              <a:buClr>
                <a:schemeClr val="dk1"/>
              </a:buClr>
              <a:buSzPts val="1100"/>
              <a:buFont typeface="Arial"/>
              <a:buNone/>
            </a:pPr>
            <a:endParaRPr sz="2100" b="0" i="0" u="none" strike="noStrike" cap="none">
              <a:solidFill>
                <a:srgbClr val="222222"/>
              </a:solidFill>
              <a:highlight>
                <a:srgbClr val="FFFFFF"/>
              </a:highlight>
              <a:latin typeface="Times New Roman"/>
              <a:ea typeface="Times New Roman"/>
              <a:cs typeface="Times New Roman"/>
              <a:sym typeface="Times New Roman"/>
            </a:endParaRPr>
          </a:p>
          <a:p>
            <a:pPr marL="0" marR="0" lvl="0" indent="0" algn="l" rtl="0">
              <a:lnSpc>
                <a:spcPct val="115000"/>
              </a:lnSpc>
              <a:spcBef>
                <a:spcPts val="0"/>
              </a:spcBef>
              <a:spcAft>
                <a:spcPts val="0"/>
              </a:spcAft>
              <a:buClr>
                <a:schemeClr val="dk1"/>
              </a:buClr>
              <a:buSzPts val="1100"/>
              <a:buFont typeface="Arial"/>
              <a:buNone/>
            </a:pPr>
            <a:endParaRPr sz="2100" b="0" i="0" u="none" strike="noStrike" cap="none">
              <a:solidFill>
                <a:srgbClr val="222222"/>
              </a:solidFill>
              <a:highlight>
                <a:srgbClr val="FFFFFF"/>
              </a:highlight>
              <a:latin typeface="Times New Roman"/>
              <a:ea typeface="Times New Roman"/>
              <a:cs typeface="Times New Roman"/>
              <a:sym typeface="Times New Roman"/>
            </a:endParaRPr>
          </a:p>
          <a:p>
            <a:pPr marL="0" marR="0" lvl="0" indent="0" algn="l" rtl="0">
              <a:lnSpc>
                <a:spcPct val="115000"/>
              </a:lnSpc>
              <a:spcBef>
                <a:spcPts val="0"/>
              </a:spcBef>
              <a:spcAft>
                <a:spcPts val="0"/>
              </a:spcAft>
              <a:buClr>
                <a:schemeClr val="dk1"/>
              </a:buClr>
              <a:buSzPts val="1100"/>
              <a:buFont typeface="Arial"/>
              <a:buNone/>
            </a:pPr>
            <a:endParaRPr sz="2000" b="0" i="0" u="none" strike="noStrike" cap="none">
              <a:solidFill>
                <a:srgbClr val="222222"/>
              </a:solidFill>
              <a:highlight>
                <a:srgbClr val="FFFFFF"/>
              </a:highlight>
              <a:latin typeface="Times New Roman"/>
              <a:ea typeface="Times New Roman"/>
              <a:cs typeface="Times New Roman"/>
              <a:sym typeface="Times New Roman"/>
            </a:endParaRPr>
          </a:p>
          <a:p>
            <a:pPr marL="0" marR="0" lvl="0" indent="0" algn="l" rtl="0">
              <a:lnSpc>
                <a:spcPct val="115000"/>
              </a:lnSpc>
              <a:spcBef>
                <a:spcPts val="0"/>
              </a:spcBef>
              <a:spcAft>
                <a:spcPts val="0"/>
              </a:spcAft>
              <a:buClr>
                <a:schemeClr val="dk1"/>
              </a:buClr>
              <a:buSzPts val="1100"/>
              <a:buFont typeface="Arial"/>
              <a:buNone/>
            </a:pPr>
            <a:endParaRPr sz="2000" b="0" i="0" u="none" strike="noStrike" cap="none">
              <a:solidFill>
                <a:srgbClr val="222222"/>
              </a:solidFill>
              <a:highlight>
                <a:srgbClr val="FFFFFF"/>
              </a:highlight>
              <a:latin typeface="Times New Roman"/>
              <a:ea typeface="Times New Roman"/>
              <a:cs typeface="Times New Roman"/>
              <a:sym typeface="Times New Roman"/>
            </a:endParaRPr>
          </a:p>
          <a:p>
            <a:pPr marL="0" marR="0" lvl="0" indent="0" algn="l" rtl="0">
              <a:lnSpc>
                <a:spcPct val="115000"/>
              </a:lnSpc>
              <a:spcBef>
                <a:spcPts val="0"/>
              </a:spcBef>
              <a:spcAft>
                <a:spcPts val="0"/>
              </a:spcAft>
              <a:buClr>
                <a:schemeClr val="dk1"/>
              </a:buClr>
              <a:buSzPts val="1100"/>
              <a:buFont typeface="Arial"/>
              <a:buNone/>
            </a:pPr>
            <a:r>
              <a:rPr lang="en-US" sz="1900" b="0" i="0" u="none" strike="noStrike" cap="none">
                <a:solidFill>
                  <a:srgbClr val="222222"/>
                </a:solidFill>
                <a:highlight>
                  <a:srgbClr val="FFFFFF"/>
                </a:highlight>
                <a:latin typeface="Times New Roman"/>
                <a:ea typeface="Times New Roman"/>
                <a:cs typeface="Times New Roman"/>
                <a:sym typeface="Times New Roman"/>
              </a:rPr>
              <a:t> </a:t>
            </a:r>
            <a:endParaRPr sz="1900" b="0" i="0" u="none" strike="noStrike" cap="none">
              <a:solidFill>
                <a:srgbClr val="222222"/>
              </a:solidFill>
              <a:highlight>
                <a:srgbClr val="FFFFFF"/>
              </a:highlight>
              <a:latin typeface="Times New Roman"/>
              <a:ea typeface="Times New Roman"/>
              <a:cs typeface="Times New Roman"/>
              <a:sym typeface="Times New Roman"/>
            </a:endParaRPr>
          </a:p>
          <a:p>
            <a:pPr marL="0" marR="0" lvl="0" indent="0" algn="l" rtl="0">
              <a:lnSpc>
                <a:spcPct val="115000"/>
              </a:lnSpc>
              <a:spcBef>
                <a:spcPts val="0"/>
              </a:spcBef>
              <a:spcAft>
                <a:spcPts val="0"/>
              </a:spcAft>
              <a:buClr>
                <a:schemeClr val="dk1"/>
              </a:buClr>
              <a:buSzPts val="1100"/>
              <a:buFont typeface="Arial"/>
              <a:buNone/>
            </a:pPr>
            <a:endParaRPr sz="1100" b="0" i="0" u="none" strike="noStrike" cap="none">
              <a:solidFill>
                <a:srgbClr val="181818"/>
              </a:solidFill>
              <a:latin typeface="Arial"/>
              <a:ea typeface="Arial"/>
              <a:cs typeface="Arial"/>
              <a:sym typeface="Arial"/>
            </a:endParaRPr>
          </a:p>
          <a:p>
            <a:pPr marL="0" marR="0" lvl="0" indent="0" algn="l" rtl="0">
              <a:lnSpc>
                <a:spcPct val="115000"/>
              </a:lnSpc>
              <a:spcBef>
                <a:spcPts val="0"/>
              </a:spcBef>
              <a:spcAft>
                <a:spcPts val="0"/>
              </a:spcAft>
              <a:buClr>
                <a:schemeClr val="dk1"/>
              </a:buClr>
              <a:buSzPts val="1100"/>
              <a:buFont typeface="Arial"/>
              <a:buNone/>
            </a:pPr>
            <a:endParaRPr sz="2000" b="0" i="0" u="none" strike="noStrike" cap="none">
              <a:solidFill>
                <a:schemeClr val="dk1"/>
              </a:solidFill>
              <a:latin typeface="Arial"/>
              <a:ea typeface="Arial"/>
              <a:cs typeface="Arial"/>
              <a:sym typeface="Arial"/>
            </a:endParaRPr>
          </a:p>
          <a:p>
            <a:pPr marL="0" marR="0" lvl="0" indent="0" algn="l" rtl="0">
              <a:lnSpc>
                <a:spcPct val="115000"/>
              </a:lnSpc>
              <a:spcBef>
                <a:spcPts val="0"/>
              </a:spcBef>
              <a:spcAft>
                <a:spcPts val="0"/>
              </a:spcAft>
              <a:buClr>
                <a:schemeClr val="dk1"/>
              </a:buClr>
              <a:buSzPts val="1100"/>
              <a:buFont typeface="Arial"/>
              <a:buNone/>
            </a:pPr>
            <a:endParaRPr sz="2000" b="0" i="0" u="none" strike="noStrike" cap="none">
              <a:solidFill>
                <a:schemeClr val="dk1"/>
              </a:solidFill>
              <a:latin typeface="Times New Roman"/>
              <a:ea typeface="Times New Roman"/>
              <a:cs typeface="Times New Roman"/>
              <a:sym typeface="Times New Roman"/>
            </a:endParaRPr>
          </a:p>
          <a:p>
            <a:pPr marL="0" marR="0" lvl="0" indent="0" algn="l" rtl="0">
              <a:lnSpc>
                <a:spcPct val="115000"/>
              </a:lnSpc>
              <a:spcBef>
                <a:spcPts val="0"/>
              </a:spcBef>
              <a:spcAft>
                <a:spcPts val="0"/>
              </a:spcAft>
              <a:buClr>
                <a:schemeClr val="dk1"/>
              </a:buClr>
              <a:buSzPts val="1100"/>
              <a:buFont typeface="Arial"/>
              <a:buNone/>
            </a:pPr>
            <a:endParaRPr sz="2000" b="0" i="0" u="none" strike="noStrike" cap="none">
              <a:solidFill>
                <a:schemeClr val="dk1"/>
              </a:solidFill>
              <a:latin typeface="Arial"/>
              <a:ea typeface="Arial"/>
              <a:cs typeface="Arial"/>
              <a:sym typeface="Arial"/>
            </a:endParaRPr>
          </a:p>
          <a:p>
            <a:pPr marL="0" marR="0" lvl="0" indent="0" algn="l" rtl="0">
              <a:lnSpc>
                <a:spcPct val="115000"/>
              </a:lnSpc>
              <a:spcBef>
                <a:spcPts val="0"/>
              </a:spcBef>
              <a:spcAft>
                <a:spcPts val="0"/>
              </a:spcAft>
              <a:buClr>
                <a:schemeClr val="dk1"/>
              </a:buClr>
              <a:buSzPts val="1100"/>
              <a:buFont typeface="Arial"/>
              <a:buNone/>
            </a:pPr>
            <a:endParaRPr sz="18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2400"/>
              <a:buFont typeface="Arial"/>
              <a:buNone/>
            </a:pPr>
            <a:endParaRPr sz="1800" b="0" i="0" u="none" strike="noStrike" cap="none">
              <a:solidFill>
                <a:schemeClr val="dk1"/>
              </a:solidFill>
              <a:latin typeface="Arial"/>
              <a:ea typeface="Arial"/>
              <a:cs typeface="Arial"/>
              <a:sym typeface="Arial"/>
            </a:endParaRPr>
          </a:p>
          <a:p>
            <a:pPr marL="0" marR="0" lvl="0" indent="0" algn="l" rtl="0">
              <a:lnSpc>
                <a:spcPct val="115000"/>
              </a:lnSpc>
              <a:spcBef>
                <a:spcPts val="0"/>
              </a:spcBef>
              <a:spcAft>
                <a:spcPts val="0"/>
              </a:spcAft>
              <a:buClr>
                <a:schemeClr val="dk1"/>
              </a:buClr>
              <a:buSzPts val="1100"/>
              <a:buFont typeface="Arial"/>
              <a:buNone/>
            </a:pPr>
            <a:r>
              <a:rPr lang="en-US" sz="2000" b="0" i="0" u="none" strike="noStrike" cap="none">
                <a:solidFill>
                  <a:schemeClr val="dk1"/>
                </a:solidFill>
                <a:latin typeface="Arial"/>
                <a:ea typeface="Arial"/>
                <a:cs typeface="Arial"/>
                <a:sym typeface="Arial"/>
              </a:rPr>
              <a:t>	</a:t>
            </a:r>
            <a:endParaRPr sz="20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18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0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0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000" b="0" i="0" u="none" strike="noStrike" cap="none">
              <a:solidFill>
                <a:srgbClr val="000000"/>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1400"/>
              <a:buFont typeface="Times New Roman"/>
              <a:buNone/>
            </a:pPr>
            <a:endParaRPr sz="1400" b="0" i="0" u="none" strike="noStrike" cap="none">
              <a:solidFill>
                <a:srgbClr val="000000"/>
              </a:solidFill>
              <a:latin typeface="Arial"/>
              <a:ea typeface="Arial"/>
              <a:cs typeface="Arial"/>
              <a:sym typeface="Arial"/>
            </a:endParaRPr>
          </a:p>
        </p:txBody>
      </p:sp>
      <p:sp>
        <p:nvSpPr>
          <p:cNvPr id="258" name="Google Shape;258;g2b43d7599d0_4_28"/>
          <p:cNvSpPr txBox="1">
            <a:spLocks noGrp="1"/>
          </p:cNvSpPr>
          <p:nvPr>
            <p:ph type="sldNum" idx="12"/>
          </p:nvPr>
        </p:nvSpPr>
        <p:spPr>
          <a:xfrm>
            <a:off x="11095216" y="6414769"/>
            <a:ext cx="258600" cy="276900"/>
          </a:xfrm>
          <a:prstGeom prst="rect">
            <a:avLst/>
          </a:prstGeom>
          <a:noFill/>
          <a:ln>
            <a:noFill/>
          </a:ln>
        </p:spPr>
        <p:txBody>
          <a:bodyPr spcFirstLastPara="1" wrap="square" lIns="45675" tIns="45675" rIns="45675" bIns="45675" anchor="ctr" anchorCtr="0">
            <a:spAutoFit/>
          </a:bodyPr>
          <a:lstStyle/>
          <a:p>
            <a:pPr marL="0" lvl="0" indent="0" algn="r" rtl="0">
              <a:lnSpc>
                <a:spcPct val="100000"/>
              </a:lnSpc>
              <a:spcBef>
                <a:spcPts val="0"/>
              </a:spcBef>
              <a:spcAft>
                <a:spcPts val="0"/>
              </a:spcAft>
              <a:buClr>
                <a:srgbClr val="888888"/>
              </a:buClr>
              <a:buSzPts val="1200"/>
              <a:buFont typeface="Calibri"/>
              <a:buNone/>
            </a:pPr>
            <a:fld id="{00000000-1234-1234-1234-123412341234}" type="slidenum">
              <a:rPr lang="en-US" sz="1200">
                <a:solidFill>
                  <a:srgbClr val="888888"/>
                </a:solidFill>
                <a:latin typeface="Calibri"/>
                <a:ea typeface="Calibri"/>
                <a:cs typeface="Calibri"/>
                <a:sym typeface="Calibri"/>
              </a:rPr>
              <a:t>20</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sp>
        <p:nvSpPr>
          <p:cNvPr id="263" name="Google Shape;263;p21"/>
          <p:cNvSpPr txBox="1">
            <a:spLocks noGrp="1"/>
          </p:cNvSpPr>
          <p:nvPr>
            <p:ph type="ctrTitle" idx="4294967295"/>
          </p:nvPr>
        </p:nvSpPr>
        <p:spPr>
          <a:xfrm>
            <a:off x="931103" y="1880745"/>
            <a:ext cx="10487219" cy="4977253"/>
          </a:xfrm>
          <a:prstGeom prst="rect">
            <a:avLst/>
          </a:prstGeom>
          <a:noFill/>
          <a:ln>
            <a:noFill/>
          </a:ln>
        </p:spPr>
        <p:txBody>
          <a:bodyPr spcFirstLastPara="1" wrap="square" lIns="45675" tIns="45675" rIns="45675" bIns="45675" anchor="b" anchorCtr="0">
            <a:normAutofit/>
          </a:bodyPr>
          <a:lstStyle/>
          <a:p>
            <a:pPr marL="0" marR="0" lvl="0" indent="0" algn="ctr" rtl="0">
              <a:lnSpc>
                <a:spcPct val="90000"/>
              </a:lnSpc>
              <a:spcBef>
                <a:spcPts val="0"/>
              </a:spcBef>
              <a:spcAft>
                <a:spcPts val="0"/>
              </a:spcAft>
              <a:buClr>
                <a:srgbClr val="000000"/>
              </a:buClr>
              <a:buSzPts val="4000"/>
              <a:buFont typeface="Arial Rounded"/>
              <a:buNone/>
            </a:pPr>
            <a:r>
              <a:rPr lang="en-US" sz="4000" b="1" i="0" u="none" strike="noStrike" cap="none">
                <a:solidFill>
                  <a:srgbClr val="000000"/>
                </a:solidFill>
                <a:latin typeface="Arial Rounded"/>
                <a:ea typeface="Arial Rounded"/>
                <a:cs typeface="Arial Rounded"/>
                <a:sym typeface="Arial Rounded"/>
              </a:rPr>
              <a:t>THANK YOU  &amp; QUERY</a:t>
            </a:r>
            <a:br>
              <a:rPr lang="en-US" sz="4000" b="1" i="0" u="none" strike="noStrike" cap="none">
                <a:solidFill>
                  <a:srgbClr val="000000"/>
                </a:solidFill>
                <a:latin typeface="Arial Rounded"/>
                <a:ea typeface="Arial Rounded"/>
                <a:cs typeface="Arial Rounded"/>
                <a:sym typeface="Arial Rounded"/>
              </a:rPr>
            </a:br>
            <a:br>
              <a:rPr lang="en-US" sz="4000" b="1" i="0" u="none" strike="noStrike" cap="none">
                <a:solidFill>
                  <a:srgbClr val="000000"/>
                </a:solidFill>
                <a:latin typeface="Arial Rounded"/>
                <a:ea typeface="Arial Rounded"/>
                <a:cs typeface="Arial Rounded"/>
                <a:sym typeface="Arial Rounded"/>
              </a:rPr>
            </a:br>
            <a:br>
              <a:rPr lang="en-US" sz="4000" b="1" i="0" u="none" strike="noStrike" cap="none">
                <a:solidFill>
                  <a:srgbClr val="000000"/>
                </a:solidFill>
                <a:latin typeface="Arial Rounded"/>
                <a:ea typeface="Arial Rounded"/>
                <a:cs typeface="Arial Rounded"/>
                <a:sym typeface="Arial Rounded"/>
              </a:rPr>
            </a:br>
            <a:br>
              <a:rPr lang="en-US" sz="4000" b="1" i="0" u="none" strike="noStrike" cap="none">
                <a:solidFill>
                  <a:srgbClr val="000000"/>
                </a:solidFill>
                <a:latin typeface="Arial Rounded"/>
                <a:ea typeface="Arial Rounded"/>
                <a:cs typeface="Arial Rounded"/>
                <a:sym typeface="Arial Rounded"/>
              </a:rPr>
            </a:br>
            <a:br>
              <a:rPr lang="en-US" sz="4000" b="1" i="0" u="none" strike="noStrike" cap="none">
                <a:solidFill>
                  <a:srgbClr val="000000"/>
                </a:solidFill>
                <a:latin typeface="Arial Rounded"/>
                <a:ea typeface="Arial Rounded"/>
                <a:cs typeface="Arial Rounded"/>
                <a:sym typeface="Arial Rounded"/>
              </a:rPr>
            </a:br>
            <a:endParaRPr sz="4400" b="0" i="0" u="none" strike="noStrike" cap="none">
              <a:solidFill>
                <a:srgbClr val="000000"/>
              </a:solidFill>
              <a:latin typeface="Calibri"/>
              <a:ea typeface="Calibri"/>
              <a:cs typeface="Calibri"/>
              <a:sym typeface="Calibri"/>
            </a:endParaRPr>
          </a:p>
        </p:txBody>
      </p:sp>
      <p:pic>
        <p:nvPicPr>
          <p:cNvPr id="264" name="Google Shape;264;p21" descr="Google Shape;270;p18"/>
          <p:cNvPicPr preferRelativeResize="0"/>
          <p:nvPr/>
        </p:nvPicPr>
        <p:blipFill rotWithShape="1">
          <a:blip r:embed="rId3">
            <a:alphaModFix/>
          </a:blip>
          <a:srcRect/>
          <a:stretch/>
        </p:blipFill>
        <p:spPr>
          <a:xfrm>
            <a:off x="135007" y="654343"/>
            <a:ext cx="1219201" cy="1144589"/>
          </a:xfrm>
          <a:prstGeom prst="rect">
            <a:avLst/>
          </a:prstGeom>
          <a:noFill/>
          <a:ln>
            <a:noFill/>
          </a:ln>
        </p:spPr>
      </p:pic>
      <p:sp>
        <p:nvSpPr>
          <p:cNvPr id="265" name="Google Shape;265;p21"/>
          <p:cNvSpPr txBox="1"/>
          <p:nvPr/>
        </p:nvSpPr>
        <p:spPr>
          <a:xfrm>
            <a:off x="1397993" y="772545"/>
            <a:ext cx="10659000" cy="1108200"/>
          </a:xfrm>
          <a:prstGeom prst="rect">
            <a:avLst/>
          </a:prstGeom>
          <a:noFill/>
          <a:ln>
            <a:noFill/>
          </a:ln>
        </p:spPr>
        <p:txBody>
          <a:bodyPr spcFirstLastPara="1" wrap="square" lIns="45675" tIns="45675" rIns="45675" bIns="45675" anchor="t" anchorCtr="0">
            <a:spAutoFit/>
          </a:bodyPr>
          <a:lstStyle/>
          <a:p>
            <a:pPr marL="0" marR="0" lvl="0" indent="0" algn="ctr" rtl="0">
              <a:lnSpc>
                <a:spcPct val="100000"/>
              </a:lnSpc>
              <a:spcBef>
                <a:spcPts val="0"/>
              </a:spcBef>
              <a:spcAft>
                <a:spcPts val="0"/>
              </a:spcAft>
              <a:buClr>
                <a:srgbClr val="000000"/>
              </a:buClr>
              <a:buSzPts val="2200"/>
              <a:buFont typeface="Arial Rounded"/>
              <a:buNone/>
            </a:pPr>
            <a:r>
              <a:rPr lang="en-US" sz="2200" b="1" i="0" u="none" strike="noStrike" cap="none" dirty="0">
                <a:solidFill>
                  <a:srgbClr val="000000"/>
                </a:solidFill>
                <a:latin typeface="Arial Rounded"/>
                <a:ea typeface="Arial Rounded"/>
                <a:cs typeface="Arial Rounded"/>
                <a:sym typeface="Arial Rounded"/>
              </a:rPr>
              <a:t>GOKARAJU RANGARAJU INSTITUTE OF ENGINEERING AND TECHNOLOGY</a:t>
            </a:r>
            <a:endParaRPr sz="1400" b="0"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Rounded"/>
              <a:buNone/>
            </a:pPr>
            <a:r>
              <a:rPr lang="en-US" sz="2200" b="1" i="0" u="none" strike="noStrike" cap="none" dirty="0">
                <a:solidFill>
                  <a:srgbClr val="000000"/>
                </a:solidFill>
                <a:latin typeface="Arial Rounded"/>
                <a:ea typeface="Arial Rounded"/>
                <a:cs typeface="Arial Rounded"/>
                <a:sym typeface="Arial Rounded"/>
              </a:rPr>
              <a:t>Department of Computer Science and Engineering</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2200"/>
              <a:buFont typeface="Arial Rounded"/>
              <a:buNone/>
            </a:pPr>
            <a:r>
              <a:rPr lang="en-US" sz="1400" b="0" i="0" u="none" strike="noStrike" cap="none" dirty="0">
                <a:solidFill>
                  <a:schemeClr val="dk1"/>
                </a:solidFill>
                <a:latin typeface="Arial"/>
                <a:ea typeface="Arial"/>
                <a:cs typeface="Arial"/>
                <a:sym typeface="Arial"/>
              </a:rPr>
              <a:t>                                                        </a:t>
            </a:r>
            <a:r>
              <a:rPr lang="en-US" sz="2200" b="1" i="0" u="none" strike="noStrike" cap="none" dirty="0">
                <a:solidFill>
                  <a:schemeClr val="dk1"/>
                </a:solidFill>
                <a:latin typeface="Arial Rounded"/>
                <a:ea typeface="Arial Rounded"/>
                <a:cs typeface="Arial Rounded"/>
                <a:sym typeface="Arial Rounded"/>
              </a:rPr>
              <a:t>MAJOR Project Phase-II Review-</a:t>
            </a:r>
            <a:r>
              <a:rPr lang="en-US" sz="2200" b="1" dirty="0">
                <a:solidFill>
                  <a:schemeClr val="dk1"/>
                </a:solidFill>
                <a:latin typeface="Arial Rounded"/>
                <a:ea typeface="Arial Rounded"/>
                <a:cs typeface="Arial Rounded"/>
                <a:sym typeface="Arial Rounded"/>
              </a:rPr>
              <a:t>2</a:t>
            </a:r>
            <a:endParaRPr sz="2200" b="1" i="0" u="none" strike="noStrike" cap="none" dirty="0">
              <a:solidFill>
                <a:srgbClr val="000000"/>
              </a:solidFill>
              <a:latin typeface="Arial Rounded"/>
              <a:ea typeface="Arial Rounded"/>
              <a:cs typeface="Arial Rounded"/>
              <a:sym typeface="Arial Rounded"/>
            </a:endParaRPr>
          </a:p>
        </p:txBody>
      </p:sp>
      <p:sp>
        <p:nvSpPr>
          <p:cNvPr id="266" name="Google Shape;266;p21"/>
          <p:cNvSpPr txBox="1">
            <a:spLocks noGrp="1"/>
          </p:cNvSpPr>
          <p:nvPr>
            <p:ph type="sldNum" idx="12"/>
          </p:nvPr>
        </p:nvSpPr>
        <p:spPr>
          <a:xfrm>
            <a:off x="11095216" y="6414769"/>
            <a:ext cx="258584" cy="248266"/>
          </a:xfrm>
          <a:prstGeom prst="rect">
            <a:avLst/>
          </a:prstGeom>
          <a:noFill/>
          <a:ln>
            <a:noFill/>
          </a:ln>
        </p:spPr>
        <p:txBody>
          <a:bodyPr spcFirstLastPara="1" wrap="square" lIns="45675" tIns="45675" rIns="45675" bIns="45675" anchor="ctr" anchorCtr="0">
            <a:spAutoFit/>
          </a:bodyPr>
          <a:lstStyle/>
          <a:p>
            <a:pPr marL="0" lvl="0" indent="0" algn="r" rtl="0">
              <a:lnSpc>
                <a:spcPct val="100000"/>
              </a:lnSpc>
              <a:spcBef>
                <a:spcPts val="0"/>
              </a:spcBef>
              <a:spcAft>
                <a:spcPts val="0"/>
              </a:spcAft>
              <a:buClr>
                <a:srgbClr val="888888"/>
              </a:buClr>
              <a:buSzPts val="1200"/>
              <a:buFont typeface="Calibri"/>
              <a:buNone/>
            </a:pPr>
            <a:fld id="{00000000-1234-1234-1234-123412341234}" type="slidenum">
              <a:rPr lang="en-US" sz="1200">
                <a:solidFill>
                  <a:srgbClr val="888888"/>
                </a:solidFill>
                <a:latin typeface="Calibri"/>
                <a:ea typeface="Calibri"/>
                <a:cs typeface="Calibri"/>
                <a:sym typeface="Calibri"/>
              </a:rPr>
              <a:t>21</a:t>
            </a:fld>
            <a:endParaRPr/>
          </a:p>
        </p:txBody>
      </p:sp>
    </p:spTree>
  </p:cSld>
  <p:clrMapOvr>
    <a:masterClrMapping/>
  </p:clrMapOvr>
</p:sld>
</file>

<file path=ppt/theme/theme1.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388</TotalTime>
  <Words>1771</Words>
  <Application>Microsoft Office PowerPoint</Application>
  <PresentationFormat>Widescreen</PresentationFormat>
  <Paragraphs>383</Paragraphs>
  <Slides>21</Slides>
  <Notes>21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Arial</vt:lpstr>
      <vt:lpstr>Arial Rounded</vt:lpstr>
      <vt:lpstr>Calibri</vt:lpstr>
      <vt:lpstr>Times New Roman</vt:lpstr>
      <vt:lpstr>Office Theme</vt:lpstr>
      <vt:lpstr>An Automated Annotation System for Document Text Images</vt:lpstr>
      <vt:lpstr>                                                                                     Fig 1: Architecture                                                                                                                                                                                                                     </vt:lpstr>
      <vt:lpstr>      </vt:lpstr>
      <vt:lpstr>      </vt:lpstr>
      <vt:lpstr> </vt:lpstr>
      <vt:lpstr>                                           Fig 4: CRAFT Module </vt:lpstr>
      <vt:lpstr>                                         </vt:lpstr>
      <vt:lpstr>                                         </vt:lpstr>
      <vt:lpstr>                       Fig 8: Original Image             Fig 9: Image After De-GAN       Fig 10: Image After CRAFT</vt:lpstr>
      <vt:lpstr>                                                       Fig 11: Prediction Result            </vt:lpstr>
      <vt:lpstr>                                                       Fig 12: Prediction Result            </vt:lpstr>
      <vt:lpstr>                                                                                                                                                                                                               </vt:lpstr>
      <vt:lpstr>                                                                                                                                                                                                               </vt:lpstr>
      <vt:lpstr>                                                                                                                                                                                                               </vt:lpstr>
      <vt:lpstr>PowerPoint Presentation</vt:lpstr>
      <vt:lpstr>PowerPoint Presentation</vt:lpstr>
      <vt:lpstr>PowerPoint Presentation</vt:lpstr>
      <vt:lpstr>PowerPoint Presentation</vt:lpstr>
      <vt:lpstr>PowerPoint Presentation</vt:lpstr>
      <vt:lpstr>PowerPoint Presentation</vt:lpstr>
      <vt:lpstr>THANK YOU  &amp; QUERY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 Automated Annotation System for Document Text Images</dc:title>
  <dc:creator>Boda Srija</dc:creator>
  <cp:lastModifiedBy>Boda Srija</cp:lastModifiedBy>
  <cp:revision>4</cp:revision>
  <dcterms:modified xsi:type="dcterms:W3CDTF">2024-03-15T11:32:29Z</dcterms:modified>
</cp:coreProperties>
</file>